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5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4E5A2"/>
    <a:srgbClr val="156082"/>
    <a:srgbClr val="63798E"/>
    <a:srgbClr val="A6CA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9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5B569-2BB2-CEC4-E807-5C28129A96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03ACED-CACE-07EC-4756-E1203A18B4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854EE2-A350-4986-5519-1E3B8A19B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4E00F-F08F-42B3-9EE0-04152C097CB2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F0B35-7EB8-3225-CC75-8A17E03EC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F0D93A-B89E-E1AE-1A7D-6381096DB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A4CDF-BDD7-4037-AB8F-AACF88EFB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266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4D479-322E-F543-EA4B-8D4EFC733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D306E-20B0-4CDC-3317-68CB6D9662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5995BE-C3A7-B587-9B34-E4E3F13D1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4E00F-F08F-42B3-9EE0-04152C097CB2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2F3D36-2956-3152-230C-804E59FF6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BA164C-60BC-A22A-9FA4-436729325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A4CDF-BDD7-4037-AB8F-AACF88EFB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954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79BDA-2BFA-2E3F-8F8D-9DFAA636F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539920-8919-6847-6DF6-45AD6F1FD8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F7A675-89CA-307D-5D80-FAEDCB37D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4E00F-F08F-42B3-9EE0-04152C097CB2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D47AE5-05E5-73A8-A695-89E27F551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C48158-35E5-0087-6607-2B4171C87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A4CDF-BDD7-4037-AB8F-AACF88EFB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234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95F06-ECDC-DFCF-A688-0CD569F8C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DE283A-99B6-52F2-A8D1-445AA9B6E1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6DFDD1-6729-55BF-4255-1FDCE17849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A6992F-6CBC-FB50-6FB8-BECF327EE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4E00F-F08F-42B3-9EE0-04152C097CB2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51BD79-C534-E2FC-62FE-98173B20A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36D205-110A-32FA-22D9-0F828876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A4CDF-BDD7-4037-AB8F-AACF88EFB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6987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E2E7F-4822-D231-BEA0-3C0EFA97B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9FCC72-2EFB-303E-1C9F-9BDFED5B36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E4E325-88C2-FBD0-63D8-314595B0FA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EE1A80-B9BE-8FC2-5E07-F374AAF19E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EEA654-9489-6929-725A-F10AC8F508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9E5188-5174-8335-D8C4-755C0E146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4E00F-F08F-42B3-9EE0-04152C097CB2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5C1F20-1CCE-9D04-9477-CFBC9D34C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C873C1-6514-7327-8ADC-3EE584E66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A4CDF-BDD7-4037-AB8F-AACF88EFB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959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FBE14-427B-488B-7B2F-533AC3A4F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1C0096-0626-0871-AEE9-1802497E4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4E00F-F08F-42B3-9EE0-04152C097CB2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B806EC-0A4A-37C7-11DE-D49FCDA88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807F56-EC0A-FEE2-276E-449B844DD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A4CDF-BDD7-4037-AB8F-AACF88EFB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9500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2E6D30-2EFB-B976-E8A6-4F632DD20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4E00F-F08F-42B3-9EE0-04152C097CB2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426C1E-20FD-3B7E-DAB1-CF5B0B5DF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00C3D6-D0A8-EB87-D665-BE9B518FC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A4CDF-BDD7-4037-AB8F-AACF88EFB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611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CBFB2-E735-014C-9D03-B3D143683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18020-960C-9EA1-4162-BD8599C9FD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D64157-B934-B153-C4C4-8417B7AF2A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5881F6-2FDE-11FD-CAEA-3AA923BE6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4E00F-F08F-42B3-9EE0-04152C097CB2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D105B7-5D3A-F8A2-66D2-DE6359F78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468B7D-61BF-966D-49C9-D41BCB932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A4CDF-BDD7-4037-AB8F-AACF88EFB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324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A25E5-6E42-1C25-2749-E28693A43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47C190-4C88-132D-296F-73F1B28A9E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F3A3FA-FEA1-624D-B879-34A20D9617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76810E-60D3-F58F-B830-A64F76A99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4E00F-F08F-42B3-9EE0-04152C097CB2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2AA849-94C2-1E43-369D-AFA2D5395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BEB8B4-CF9E-E89B-2540-86935860B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A4CDF-BDD7-4037-AB8F-AACF88EFB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62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30662-FC55-2E55-0D10-1130E3BCD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5BB3AC-10B2-4C49-EE3D-4E26E6A453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3DCA60-8F19-4656-D998-4C27C923F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4E00F-F08F-42B3-9EE0-04152C097CB2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A29702-76C2-38BC-5DC9-1EF182DEB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1BA4DB-0CD5-627D-7A4E-09104B83B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A4CDF-BDD7-4037-AB8F-AACF88EFB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802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C69C2B-13F8-C004-366F-1A6F3B904B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6E19FB-4F30-DEC5-4339-A177ABD203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8049D9-819E-F9C6-FEC7-4544CA14F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4E00F-F08F-42B3-9EE0-04152C097CB2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EB220-BE0D-1CFA-209C-B413E2CF1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B773A7-CDC9-F13B-AF0C-2B42EF719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A4CDF-BDD7-4037-AB8F-AACF88EFB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809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60B20C-6CDF-2574-F990-7FE613F11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2FD88F-07B3-A052-E1E4-CF1241BF9F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69A6F1-E09A-951C-4D28-34877F7B22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D4E00F-F08F-42B3-9EE0-04152C097CB2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282C81-7973-2859-6AA4-55DDCC5E08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2FE744-A838-3808-AA17-34C5763330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6A4CDF-BDD7-4037-AB8F-AACF88EFB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433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1">
            <a:extLst>
              <a:ext uri="{FF2B5EF4-FFF2-40B4-BE49-F238E27FC236}">
                <a16:creationId xmlns:a16="http://schemas.microsoft.com/office/drawing/2014/main" id="{1C070F58-9B83-47D6-CAAE-7935107F80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6057" y="6600"/>
            <a:ext cx="4932606" cy="7410450"/>
          </a:xfrm>
          <a:prstGeom prst="rect">
            <a:avLst/>
          </a:prstGeom>
        </p:spPr>
      </p:pic>
      <p:pic>
        <p:nvPicPr>
          <p:cNvPr id="103" name="Picture 102">
            <a:extLst>
              <a:ext uri="{FF2B5EF4-FFF2-40B4-BE49-F238E27FC236}">
                <a16:creationId xmlns:a16="http://schemas.microsoft.com/office/drawing/2014/main" id="{C7240A5A-3143-3D98-4A7E-DFF8131C3A8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9434444" y="4423834"/>
            <a:ext cx="2117934" cy="263711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282FC66-3EF2-2B90-9969-D516C2C60C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9" y="0"/>
            <a:ext cx="4932606" cy="7410450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DEF5417-8127-DE44-DCE1-8A561ABACAFE}"/>
              </a:ext>
            </a:extLst>
          </p:cNvPr>
          <p:cNvSpPr/>
          <p:nvPr/>
        </p:nvSpPr>
        <p:spPr>
          <a:xfrm rot="20831415">
            <a:off x="2452646" y="2204467"/>
            <a:ext cx="1276824" cy="1854712"/>
          </a:xfrm>
          <a:custGeom>
            <a:avLst/>
            <a:gdLst>
              <a:gd name="connsiteX0" fmla="*/ 521493 w 1195387"/>
              <a:gd name="connsiteY0" fmla="*/ 1612106 h 1774031"/>
              <a:gd name="connsiteX1" fmla="*/ 521493 w 1195387"/>
              <a:gd name="connsiteY1" fmla="*/ 1612106 h 1774031"/>
              <a:gd name="connsiteX2" fmla="*/ 607218 w 1195387"/>
              <a:gd name="connsiteY2" fmla="*/ 1678781 h 1774031"/>
              <a:gd name="connsiteX3" fmla="*/ 697706 w 1195387"/>
              <a:gd name="connsiteY3" fmla="*/ 1750219 h 1774031"/>
              <a:gd name="connsiteX4" fmla="*/ 709612 w 1195387"/>
              <a:gd name="connsiteY4" fmla="*/ 1774031 h 1774031"/>
              <a:gd name="connsiteX5" fmla="*/ 800100 w 1195387"/>
              <a:gd name="connsiteY5" fmla="*/ 1738313 h 1774031"/>
              <a:gd name="connsiteX6" fmla="*/ 862012 w 1195387"/>
              <a:gd name="connsiteY6" fmla="*/ 1714500 h 1774031"/>
              <a:gd name="connsiteX7" fmla="*/ 885825 w 1195387"/>
              <a:gd name="connsiteY7" fmla="*/ 1690688 h 1774031"/>
              <a:gd name="connsiteX8" fmla="*/ 983456 w 1195387"/>
              <a:gd name="connsiteY8" fmla="*/ 1666875 h 1774031"/>
              <a:gd name="connsiteX9" fmla="*/ 1033462 w 1195387"/>
              <a:gd name="connsiteY9" fmla="*/ 1602581 h 1774031"/>
              <a:gd name="connsiteX10" fmla="*/ 1050131 w 1195387"/>
              <a:gd name="connsiteY10" fmla="*/ 1590675 h 1774031"/>
              <a:gd name="connsiteX11" fmla="*/ 1059656 w 1195387"/>
              <a:gd name="connsiteY11" fmla="*/ 1554956 h 1774031"/>
              <a:gd name="connsiteX12" fmla="*/ 1073943 w 1195387"/>
              <a:gd name="connsiteY12" fmla="*/ 1519238 h 1774031"/>
              <a:gd name="connsiteX13" fmla="*/ 1085850 w 1195387"/>
              <a:gd name="connsiteY13" fmla="*/ 1478756 h 1774031"/>
              <a:gd name="connsiteX14" fmla="*/ 1076325 w 1195387"/>
              <a:gd name="connsiteY14" fmla="*/ 1366838 h 1774031"/>
              <a:gd name="connsiteX15" fmla="*/ 1050131 w 1195387"/>
              <a:gd name="connsiteY15" fmla="*/ 1312069 h 1774031"/>
              <a:gd name="connsiteX16" fmla="*/ 1019175 w 1195387"/>
              <a:gd name="connsiteY16" fmla="*/ 1252538 h 1774031"/>
              <a:gd name="connsiteX17" fmla="*/ 1007268 w 1195387"/>
              <a:gd name="connsiteY17" fmla="*/ 1226344 h 1774031"/>
              <a:gd name="connsiteX18" fmla="*/ 966787 w 1195387"/>
              <a:gd name="connsiteY18" fmla="*/ 1200150 h 1774031"/>
              <a:gd name="connsiteX19" fmla="*/ 954881 w 1195387"/>
              <a:gd name="connsiteY19" fmla="*/ 1181100 h 1774031"/>
              <a:gd name="connsiteX20" fmla="*/ 942975 w 1195387"/>
              <a:gd name="connsiteY20" fmla="*/ 1169194 h 1774031"/>
              <a:gd name="connsiteX21" fmla="*/ 928687 w 1195387"/>
              <a:gd name="connsiteY21" fmla="*/ 1143000 h 1774031"/>
              <a:gd name="connsiteX22" fmla="*/ 914400 w 1195387"/>
              <a:gd name="connsiteY22" fmla="*/ 1081088 h 1774031"/>
              <a:gd name="connsiteX23" fmla="*/ 938212 w 1195387"/>
              <a:gd name="connsiteY23" fmla="*/ 995363 h 1774031"/>
              <a:gd name="connsiteX24" fmla="*/ 952500 w 1195387"/>
              <a:gd name="connsiteY24" fmla="*/ 981075 h 1774031"/>
              <a:gd name="connsiteX25" fmla="*/ 964406 w 1195387"/>
              <a:gd name="connsiteY25" fmla="*/ 962025 h 1774031"/>
              <a:gd name="connsiteX26" fmla="*/ 1000125 w 1195387"/>
              <a:gd name="connsiteY26" fmla="*/ 890588 h 1774031"/>
              <a:gd name="connsiteX27" fmla="*/ 1012031 w 1195387"/>
              <a:gd name="connsiteY27" fmla="*/ 866775 h 1774031"/>
              <a:gd name="connsiteX28" fmla="*/ 1035843 w 1195387"/>
              <a:gd name="connsiteY28" fmla="*/ 828675 h 1774031"/>
              <a:gd name="connsiteX29" fmla="*/ 1062037 w 1195387"/>
              <a:gd name="connsiteY29" fmla="*/ 795338 h 1774031"/>
              <a:gd name="connsiteX30" fmla="*/ 1157287 w 1195387"/>
              <a:gd name="connsiteY30" fmla="*/ 647700 h 1774031"/>
              <a:gd name="connsiteX31" fmla="*/ 1169193 w 1195387"/>
              <a:gd name="connsiteY31" fmla="*/ 585788 h 1774031"/>
              <a:gd name="connsiteX32" fmla="*/ 1195387 w 1195387"/>
              <a:gd name="connsiteY32" fmla="*/ 481013 h 1774031"/>
              <a:gd name="connsiteX33" fmla="*/ 1171575 w 1195387"/>
              <a:gd name="connsiteY33" fmla="*/ 350044 h 1774031"/>
              <a:gd name="connsiteX34" fmla="*/ 1133475 w 1195387"/>
              <a:gd name="connsiteY34" fmla="*/ 311944 h 1774031"/>
              <a:gd name="connsiteX35" fmla="*/ 1119187 w 1195387"/>
              <a:gd name="connsiteY35" fmla="*/ 273844 h 1774031"/>
              <a:gd name="connsiteX36" fmla="*/ 1088231 w 1195387"/>
              <a:gd name="connsiteY36" fmla="*/ 230981 h 1774031"/>
              <a:gd name="connsiteX37" fmla="*/ 1007268 w 1195387"/>
              <a:gd name="connsiteY37" fmla="*/ 142875 h 1774031"/>
              <a:gd name="connsiteX38" fmla="*/ 969168 w 1195387"/>
              <a:gd name="connsiteY38" fmla="*/ 116681 h 1774031"/>
              <a:gd name="connsiteX39" fmla="*/ 942975 w 1195387"/>
              <a:gd name="connsiteY39" fmla="*/ 104775 h 1774031"/>
              <a:gd name="connsiteX40" fmla="*/ 819150 w 1195387"/>
              <a:gd name="connsiteY40" fmla="*/ 11906 h 1774031"/>
              <a:gd name="connsiteX41" fmla="*/ 802481 w 1195387"/>
              <a:gd name="connsiteY41" fmla="*/ 0 h 1774031"/>
              <a:gd name="connsiteX42" fmla="*/ 611981 w 1195387"/>
              <a:gd name="connsiteY42" fmla="*/ 52388 h 1774031"/>
              <a:gd name="connsiteX43" fmla="*/ 573881 w 1195387"/>
              <a:gd name="connsiteY43" fmla="*/ 90488 h 1774031"/>
              <a:gd name="connsiteX44" fmla="*/ 502443 w 1195387"/>
              <a:gd name="connsiteY44" fmla="*/ 142875 h 1774031"/>
              <a:gd name="connsiteX45" fmla="*/ 478631 w 1195387"/>
              <a:gd name="connsiteY45" fmla="*/ 169069 h 1774031"/>
              <a:gd name="connsiteX46" fmla="*/ 416718 w 1195387"/>
              <a:gd name="connsiteY46" fmla="*/ 207169 h 1774031"/>
              <a:gd name="connsiteX47" fmla="*/ 411956 w 1195387"/>
              <a:gd name="connsiteY47" fmla="*/ 242888 h 1774031"/>
              <a:gd name="connsiteX48" fmla="*/ 385762 w 1195387"/>
              <a:gd name="connsiteY48" fmla="*/ 254794 h 1774031"/>
              <a:gd name="connsiteX49" fmla="*/ 373856 w 1195387"/>
              <a:gd name="connsiteY49" fmla="*/ 304800 h 1774031"/>
              <a:gd name="connsiteX50" fmla="*/ 347662 w 1195387"/>
              <a:gd name="connsiteY50" fmla="*/ 328613 h 1774031"/>
              <a:gd name="connsiteX51" fmla="*/ 326231 w 1195387"/>
              <a:gd name="connsiteY51" fmla="*/ 364331 h 1774031"/>
              <a:gd name="connsiteX52" fmla="*/ 300037 w 1195387"/>
              <a:gd name="connsiteY52" fmla="*/ 376238 h 1774031"/>
              <a:gd name="connsiteX53" fmla="*/ 188118 w 1195387"/>
              <a:gd name="connsiteY53" fmla="*/ 433388 h 1774031"/>
              <a:gd name="connsiteX54" fmla="*/ 119062 w 1195387"/>
              <a:gd name="connsiteY54" fmla="*/ 497681 h 1774031"/>
              <a:gd name="connsiteX55" fmla="*/ 90487 w 1195387"/>
              <a:gd name="connsiteY55" fmla="*/ 509588 h 1774031"/>
              <a:gd name="connsiteX56" fmla="*/ 73818 w 1195387"/>
              <a:gd name="connsiteY56" fmla="*/ 554831 h 1774031"/>
              <a:gd name="connsiteX57" fmla="*/ 61912 w 1195387"/>
              <a:gd name="connsiteY57" fmla="*/ 604838 h 1774031"/>
              <a:gd name="connsiteX58" fmla="*/ 38100 w 1195387"/>
              <a:gd name="connsiteY58" fmla="*/ 628650 h 1774031"/>
              <a:gd name="connsiteX59" fmla="*/ 11906 w 1195387"/>
              <a:gd name="connsiteY59" fmla="*/ 671513 h 1774031"/>
              <a:gd name="connsiteX60" fmla="*/ 0 w 1195387"/>
              <a:gd name="connsiteY60" fmla="*/ 683419 h 1774031"/>
              <a:gd name="connsiteX61" fmla="*/ 40481 w 1195387"/>
              <a:gd name="connsiteY61" fmla="*/ 873919 h 1774031"/>
              <a:gd name="connsiteX62" fmla="*/ 66675 w 1195387"/>
              <a:gd name="connsiteY62" fmla="*/ 885825 h 1774031"/>
              <a:gd name="connsiteX63" fmla="*/ 107156 w 1195387"/>
              <a:gd name="connsiteY63" fmla="*/ 988219 h 1774031"/>
              <a:gd name="connsiteX64" fmla="*/ 145256 w 1195387"/>
              <a:gd name="connsiteY64" fmla="*/ 1019175 h 1774031"/>
              <a:gd name="connsiteX65" fmla="*/ 204787 w 1195387"/>
              <a:gd name="connsiteY65" fmla="*/ 1078706 h 1774031"/>
              <a:gd name="connsiteX66" fmla="*/ 235743 w 1195387"/>
              <a:gd name="connsiteY66" fmla="*/ 1097756 h 1774031"/>
              <a:gd name="connsiteX67" fmla="*/ 309562 w 1195387"/>
              <a:gd name="connsiteY67" fmla="*/ 1147763 h 1774031"/>
              <a:gd name="connsiteX68" fmla="*/ 347662 w 1195387"/>
              <a:gd name="connsiteY68" fmla="*/ 1212056 h 1774031"/>
              <a:gd name="connsiteX69" fmla="*/ 392906 w 1195387"/>
              <a:gd name="connsiteY69" fmla="*/ 1245394 h 1774031"/>
              <a:gd name="connsiteX70" fmla="*/ 411956 w 1195387"/>
              <a:gd name="connsiteY70" fmla="*/ 1276350 h 1774031"/>
              <a:gd name="connsiteX71" fmla="*/ 454818 w 1195387"/>
              <a:gd name="connsiteY71" fmla="*/ 1319213 h 1774031"/>
              <a:gd name="connsiteX72" fmla="*/ 478631 w 1195387"/>
              <a:gd name="connsiteY72" fmla="*/ 1350169 h 1774031"/>
              <a:gd name="connsiteX73" fmla="*/ 492918 w 1195387"/>
              <a:gd name="connsiteY73" fmla="*/ 1423988 h 1774031"/>
              <a:gd name="connsiteX74" fmla="*/ 504825 w 1195387"/>
              <a:gd name="connsiteY74" fmla="*/ 1447800 h 1774031"/>
              <a:gd name="connsiteX75" fmla="*/ 519112 w 1195387"/>
              <a:gd name="connsiteY75" fmla="*/ 1521619 h 1774031"/>
              <a:gd name="connsiteX76" fmla="*/ 542925 w 1195387"/>
              <a:gd name="connsiteY76" fmla="*/ 1588294 h 1774031"/>
              <a:gd name="connsiteX77" fmla="*/ 521493 w 1195387"/>
              <a:gd name="connsiteY77" fmla="*/ 1612106 h 1774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1195387" h="1774031">
                <a:moveTo>
                  <a:pt x="521493" y="1612106"/>
                </a:moveTo>
                <a:lnTo>
                  <a:pt x="521493" y="1612106"/>
                </a:lnTo>
                <a:cubicBezTo>
                  <a:pt x="614341" y="1658531"/>
                  <a:pt x="527035" y="1607507"/>
                  <a:pt x="607218" y="1678781"/>
                </a:cubicBezTo>
                <a:cubicBezTo>
                  <a:pt x="635941" y="1704312"/>
                  <a:pt x="697706" y="1750219"/>
                  <a:pt x="697706" y="1750219"/>
                </a:cubicBezTo>
                <a:cubicBezTo>
                  <a:pt x="701675" y="1758156"/>
                  <a:pt x="700738" y="1774031"/>
                  <a:pt x="709612" y="1774031"/>
                </a:cubicBezTo>
                <a:cubicBezTo>
                  <a:pt x="731049" y="1774031"/>
                  <a:pt x="775333" y="1750696"/>
                  <a:pt x="800100" y="1738313"/>
                </a:cubicBezTo>
                <a:cubicBezTo>
                  <a:pt x="832772" y="1705639"/>
                  <a:pt x="780139" y="1754115"/>
                  <a:pt x="862012" y="1714500"/>
                </a:cubicBezTo>
                <a:cubicBezTo>
                  <a:pt x="872117" y="1709611"/>
                  <a:pt x="874802" y="1692808"/>
                  <a:pt x="885825" y="1690688"/>
                </a:cubicBezTo>
                <a:cubicBezTo>
                  <a:pt x="960061" y="1676411"/>
                  <a:pt x="927800" y="1685427"/>
                  <a:pt x="983456" y="1666875"/>
                </a:cubicBezTo>
                <a:cubicBezTo>
                  <a:pt x="992678" y="1654195"/>
                  <a:pt x="1014653" y="1618255"/>
                  <a:pt x="1033462" y="1602581"/>
                </a:cubicBezTo>
                <a:cubicBezTo>
                  <a:pt x="1038707" y="1598210"/>
                  <a:pt x="1044575" y="1594644"/>
                  <a:pt x="1050131" y="1590675"/>
                </a:cubicBezTo>
                <a:cubicBezTo>
                  <a:pt x="1053306" y="1578769"/>
                  <a:pt x="1055759" y="1566646"/>
                  <a:pt x="1059656" y="1554956"/>
                </a:cubicBezTo>
                <a:cubicBezTo>
                  <a:pt x="1063711" y="1542791"/>
                  <a:pt x="1069774" y="1531365"/>
                  <a:pt x="1073943" y="1519238"/>
                </a:cubicBezTo>
                <a:cubicBezTo>
                  <a:pt x="1078515" y="1505936"/>
                  <a:pt x="1081881" y="1492250"/>
                  <a:pt x="1085850" y="1478756"/>
                </a:cubicBezTo>
                <a:cubicBezTo>
                  <a:pt x="1082675" y="1441450"/>
                  <a:pt x="1084170" y="1403448"/>
                  <a:pt x="1076325" y="1366838"/>
                </a:cubicBezTo>
                <a:cubicBezTo>
                  <a:pt x="1072085" y="1347050"/>
                  <a:pt x="1057748" y="1330818"/>
                  <a:pt x="1050131" y="1312069"/>
                </a:cubicBezTo>
                <a:cubicBezTo>
                  <a:pt x="1016343" y="1228900"/>
                  <a:pt x="1103599" y="1395004"/>
                  <a:pt x="1019175" y="1252538"/>
                </a:cubicBezTo>
                <a:cubicBezTo>
                  <a:pt x="1014285" y="1244287"/>
                  <a:pt x="1014050" y="1233126"/>
                  <a:pt x="1007268" y="1226344"/>
                </a:cubicBezTo>
                <a:cubicBezTo>
                  <a:pt x="995903" y="1214979"/>
                  <a:pt x="980281" y="1208881"/>
                  <a:pt x="966787" y="1200150"/>
                </a:cubicBezTo>
                <a:cubicBezTo>
                  <a:pt x="962818" y="1193800"/>
                  <a:pt x="959447" y="1187035"/>
                  <a:pt x="954881" y="1181100"/>
                </a:cubicBezTo>
                <a:cubicBezTo>
                  <a:pt x="951459" y="1176651"/>
                  <a:pt x="946155" y="1173819"/>
                  <a:pt x="942975" y="1169194"/>
                </a:cubicBezTo>
                <a:cubicBezTo>
                  <a:pt x="937340" y="1160998"/>
                  <a:pt x="933450" y="1151731"/>
                  <a:pt x="928687" y="1143000"/>
                </a:cubicBezTo>
                <a:cubicBezTo>
                  <a:pt x="923925" y="1122363"/>
                  <a:pt x="915320" y="1102248"/>
                  <a:pt x="914400" y="1081088"/>
                </a:cubicBezTo>
                <a:cubicBezTo>
                  <a:pt x="913646" y="1063751"/>
                  <a:pt x="929081" y="1012104"/>
                  <a:pt x="938212" y="995363"/>
                </a:cubicBezTo>
                <a:cubicBezTo>
                  <a:pt x="941437" y="989450"/>
                  <a:pt x="948339" y="986371"/>
                  <a:pt x="952500" y="981075"/>
                </a:cubicBezTo>
                <a:cubicBezTo>
                  <a:pt x="957126" y="975187"/>
                  <a:pt x="960870" y="968626"/>
                  <a:pt x="964406" y="962025"/>
                </a:cubicBezTo>
                <a:cubicBezTo>
                  <a:pt x="976978" y="938557"/>
                  <a:pt x="988219" y="914400"/>
                  <a:pt x="1000125" y="890588"/>
                </a:cubicBezTo>
                <a:cubicBezTo>
                  <a:pt x="1004094" y="882650"/>
                  <a:pt x="1007328" y="874301"/>
                  <a:pt x="1012031" y="866775"/>
                </a:cubicBezTo>
                <a:cubicBezTo>
                  <a:pt x="1019968" y="854075"/>
                  <a:pt x="1027255" y="840944"/>
                  <a:pt x="1035843" y="828675"/>
                </a:cubicBezTo>
                <a:cubicBezTo>
                  <a:pt x="1043947" y="817097"/>
                  <a:pt x="1053993" y="806957"/>
                  <a:pt x="1062037" y="795338"/>
                </a:cubicBezTo>
                <a:cubicBezTo>
                  <a:pt x="1136164" y="688266"/>
                  <a:pt x="1122229" y="711977"/>
                  <a:pt x="1157287" y="647700"/>
                </a:cubicBezTo>
                <a:cubicBezTo>
                  <a:pt x="1161256" y="627063"/>
                  <a:pt x="1164844" y="606348"/>
                  <a:pt x="1169193" y="585788"/>
                </a:cubicBezTo>
                <a:cubicBezTo>
                  <a:pt x="1180655" y="531602"/>
                  <a:pt x="1182125" y="528757"/>
                  <a:pt x="1195387" y="481013"/>
                </a:cubicBezTo>
                <a:cubicBezTo>
                  <a:pt x="1187450" y="437357"/>
                  <a:pt x="1186833" y="391710"/>
                  <a:pt x="1171575" y="350044"/>
                </a:cubicBezTo>
                <a:cubicBezTo>
                  <a:pt x="1165399" y="333179"/>
                  <a:pt x="1133475" y="311944"/>
                  <a:pt x="1133475" y="311944"/>
                </a:cubicBezTo>
                <a:cubicBezTo>
                  <a:pt x="1128712" y="299244"/>
                  <a:pt x="1125804" y="285684"/>
                  <a:pt x="1119187" y="273844"/>
                </a:cubicBezTo>
                <a:cubicBezTo>
                  <a:pt x="1110590" y="258459"/>
                  <a:pt x="1099093" y="244860"/>
                  <a:pt x="1088231" y="230981"/>
                </a:cubicBezTo>
                <a:cubicBezTo>
                  <a:pt x="1051076" y="183505"/>
                  <a:pt x="1046005" y="171569"/>
                  <a:pt x="1007268" y="142875"/>
                </a:cubicBezTo>
                <a:cubicBezTo>
                  <a:pt x="994884" y="133701"/>
                  <a:pt x="982427" y="124538"/>
                  <a:pt x="969168" y="116681"/>
                </a:cubicBezTo>
                <a:cubicBezTo>
                  <a:pt x="960917" y="111792"/>
                  <a:pt x="950838" y="110267"/>
                  <a:pt x="942975" y="104775"/>
                </a:cubicBezTo>
                <a:cubicBezTo>
                  <a:pt x="900676" y="75233"/>
                  <a:pt x="860509" y="42750"/>
                  <a:pt x="819150" y="11906"/>
                </a:cubicBezTo>
                <a:cubicBezTo>
                  <a:pt x="813676" y="7824"/>
                  <a:pt x="802481" y="0"/>
                  <a:pt x="802481" y="0"/>
                </a:cubicBezTo>
                <a:cubicBezTo>
                  <a:pt x="711345" y="13756"/>
                  <a:pt x="680600" y="4514"/>
                  <a:pt x="611981" y="52388"/>
                </a:cubicBezTo>
                <a:cubicBezTo>
                  <a:pt x="597251" y="62665"/>
                  <a:pt x="587728" y="79049"/>
                  <a:pt x="573881" y="90488"/>
                </a:cubicBezTo>
                <a:cubicBezTo>
                  <a:pt x="551115" y="109295"/>
                  <a:pt x="525221" y="124083"/>
                  <a:pt x="502443" y="142875"/>
                </a:cubicBezTo>
                <a:cubicBezTo>
                  <a:pt x="493341" y="150384"/>
                  <a:pt x="488071" y="161989"/>
                  <a:pt x="478631" y="169069"/>
                </a:cubicBezTo>
                <a:cubicBezTo>
                  <a:pt x="459245" y="183608"/>
                  <a:pt x="416718" y="207169"/>
                  <a:pt x="416718" y="207169"/>
                </a:cubicBezTo>
                <a:cubicBezTo>
                  <a:pt x="415131" y="219075"/>
                  <a:pt x="418502" y="232817"/>
                  <a:pt x="411956" y="242888"/>
                </a:cubicBezTo>
                <a:cubicBezTo>
                  <a:pt x="406729" y="250929"/>
                  <a:pt x="390789" y="246626"/>
                  <a:pt x="385762" y="254794"/>
                </a:cubicBezTo>
                <a:cubicBezTo>
                  <a:pt x="376782" y="269387"/>
                  <a:pt x="380007" y="288807"/>
                  <a:pt x="373856" y="304800"/>
                </a:cubicBezTo>
                <a:cubicBezTo>
                  <a:pt x="371497" y="310935"/>
                  <a:pt x="350874" y="324330"/>
                  <a:pt x="347662" y="328613"/>
                </a:cubicBezTo>
                <a:cubicBezTo>
                  <a:pt x="339331" y="339721"/>
                  <a:pt x="336049" y="354513"/>
                  <a:pt x="326231" y="364331"/>
                </a:cubicBezTo>
                <a:cubicBezTo>
                  <a:pt x="319449" y="371113"/>
                  <a:pt x="308364" y="371480"/>
                  <a:pt x="300037" y="376238"/>
                </a:cubicBezTo>
                <a:cubicBezTo>
                  <a:pt x="201234" y="432697"/>
                  <a:pt x="260053" y="410907"/>
                  <a:pt x="188118" y="433388"/>
                </a:cubicBezTo>
                <a:cubicBezTo>
                  <a:pt x="162020" y="460729"/>
                  <a:pt x="149564" y="482430"/>
                  <a:pt x="119062" y="497681"/>
                </a:cubicBezTo>
                <a:cubicBezTo>
                  <a:pt x="109833" y="502296"/>
                  <a:pt x="100012" y="505619"/>
                  <a:pt x="90487" y="509588"/>
                </a:cubicBezTo>
                <a:cubicBezTo>
                  <a:pt x="84728" y="523986"/>
                  <a:pt x="77817" y="540835"/>
                  <a:pt x="73818" y="554831"/>
                </a:cubicBezTo>
                <a:cubicBezTo>
                  <a:pt x="69111" y="571307"/>
                  <a:pt x="69375" y="589414"/>
                  <a:pt x="61912" y="604838"/>
                </a:cubicBezTo>
                <a:cubicBezTo>
                  <a:pt x="57023" y="614942"/>
                  <a:pt x="45558" y="620260"/>
                  <a:pt x="38100" y="628650"/>
                </a:cubicBezTo>
                <a:cubicBezTo>
                  <a:pt x="10949" y="659194"/>
                  <a:pt x="35790" y="635687"/>
                  <a:pt x="11906" y="671513"/>
                </a:cubicBezTo>
                <a:cubicBezTo>
                  <a:pt x="8793" y="676183"/>
                  <a:pt x="3969" y="679450"/>
                  <a:pt x="0" y="683419"/>
                </a:cubicBezTo>
                <a:cubicBezTo>
                  <a:pt x="6229" y="760661"/>
                  <a:pt x="-13026" y="820412"/>
                  <a:pt x="40481" y="873919"/>
                </a:cubicBezTo>
                <a:cubicBezTo>
                  <a:pt x="47263" y="880701"/>
                  <a:pt x="57944" y="881856"/>
                  <a:pt x="66675" y="885825"/>
                </a:cubicBezTo>
                <a:cubicBezTo>
                  <a:pt x="76701" y="920916"/>
                  <a:pt x="84049" y="958265"/>
                  <a:pt x="107156" y="988219"/>
                </a:cubicBezTo>
                <a:cubicBezTo>
                  <a:pt x="117151" y="1001175"/>
                  <a:pt x="133254" y="1008052"/>
                  <a:pt x="145256" y="1019175"/>
                </a:cubicBezTo>
                <a:cubicBezTo>
                  <a:pt x="165838" y="1038251"/>
                  <a:pt x="180887" y="1063998"/>
                  <a:pt x="204787" y="1078706"/>
                </a:cubicBezTo>
                <a:cubicBezTo>
                  <a:pt x="215106" y="1085056"/>
                  <a:pt x="225627" y="1091088"/>
                  <a:pt x="235743" y="1097756"/>
                </a:cubicBezTo>
                <a:cubicBezTo>
                  <a:pt x="260559" y="1114112"/>
                  <a:pt x="309562" y="1147763"/>
                  <a:pt x="309562" y="1147763"/>
                </a:cubicBezTo>
                <a:cubicBezTo>
                  <a:pt x="320391" y="1171586"/>
                  <a:pt x="328014" y="1192408"/>
                  <a:pt x="347662" y="1212056"/>
                </a:cubicBezTo>
                <a:cubicBezTo>
                  <a:pt x="360908" y="1225302"/>
                  <a:pt x="377825" y="1234281"/>
                  <a:pt x="392906" y="1245394"/>
                </a:cubicBezTo>
                <a:cubicBezTo>
                  <a:pt x="399256" y="1255713"/>
                  <a:pt x="404170" y="1267067"/>
                  <a:pt x="411956" y="1276350"/>
                </a:cubicBezTo>
                <a:cubicBezTo>
                  <a:pt x="424940" y="1291831"/>
                  <a:pt x="442498" y="1303198"/>
                  <a:pt x="454818" y="1319213"/>
                </a:cubicBezTo>
                <a:lnTo>
                  <a:pt x="478631" y="1350169"/>
                </a:lnTo>
                <a:cubicBezTo>
                  <a:pt x="483393" y="1374775"/>
                  <a:pt x="486423" y="1399781"/>
                  <a:pt x="492918" y="1423988"/>
                </a:cubicBezTo>
                <a:cubicBezTo>
                  <a:pt x="495218" y="1432559"/>
                  <a:pt x="502525" y="1439229"/>
                  <a:pt x="504825" y="1447800"/>
                </a:cubicBezTo>
                <a:cubicBezTo>
                  <a:pt x="511320" y="1472007"/>
                  <a:pt x="513622" y="1497165"/>
                  <a:pt x="519112" y="1521619"/>
                </a:cubicBezTo>
                <a:cubicBezTo>
                  <a:pt x="523694" y="1542031"/>
                  <a:pt x="530191" y="1569772"/>
                  <a:pt x="542925" y="1588294"/>
                </a:cubicBezTo>
                <a:cubicBezTo>
                  <a:pt x="546741" y="1593844"/>
                  <a:pt x="525065" y="1608138"/>
                  <a:pt x="521493" y="1612106"/>
                </a:cubicBez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8CE74AA-07B4-7F27-953F-976ABB4F8AE5}"/>
              </a:ext>
            </a:extLst>
          </p:cNvPr>
          <p:cNvSpPr/>
          <p:nvPr/>
        </p:nvSpPr>
        <p:spPr>
          <a:xfrm rot="5400000">
            <a:off x="3091058" y="4216922"/>
            <a:ext cx="720000" cy="72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115C99A-F4D4-F820-363C-8613884D205B}"/>
              </a:ext>
            </a:extLst>
          </p:cNvPr>
          <p:cNvSpPr/>
          <p:nvPr/>
        </p:nvSpPr>
        <p:spPr>
          <a:xfrm rot="5400000">
            <a:off x="10105476" y="813147"/>
            <a:ext cx="897080" cy="633424"/>
          </a:xfrm>
          <a:prstGeom prst="rect">
            <a:avLst/>
          </a:prstGeom>
          <a:solidFill>
            <a:srgbClr val="156082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B81DBAD-DBBE-6042-FCAE-C6AE26DE8C81}"/>
              </a:ext>
            </a:extLst>
          </p:cNvPr>
          <p:cNvSpPr/>
          <p:nvPr/>
        </p:nvSpPr>
        <p:spPr>
          <a:xfrm rot="16200000">
            <a:off x="8923993" y="207487"/>
            <a:ext cx="838800" cy="478800"/>
          </a:xfrm>
          <a:prstGeom prst="rect">
            <a:avLst/>
          </a:prstGeom>
          <a:solidFill>
            <a:srgbClr val="156082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1744E52-944C-7DDC-3BFC-F658DEBC073A}"/>
              </a:ext>
            </a:extLst>
          </p:cNvPr>
          <p:cNvSpPr/>
          <p:nvPr/>
        </p:nvSpPr>
        <p:spPr>
          <a:xfrm rot="5400000">
            <a:off x="10030284" y="225825"/>
            <a:ext cx="177085" cy="1088074"/>
          </a:xfrm>
          <a:prstGeom prst="rect">
            <a:avLst/>
          </a:prstGeom>
          <a:solidFill>
            <a:srgbClr val="156082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62EDCE-01EB-34EC-1D6D-A23E3A71D47A}"/>
              </a:ext>
            </a:extLst>
          </p:cNvPr>
          <p:cNvSpPr/>
          <p:nvPr/>
        </p:nvSpPr>
        <p:spPr>
          <a:xfrm>
            <a:off x="1972386" y="1161628"/>
            <a:ext cx="1440000" cy="720000"/>
          </a:xfrm>
          <a:prstGeom prst="rect">
            <a:avLst/>
          </a:prstGeom>
          <a:solidFill>
            <a:srgbClr val="A6CAEC">
              <a:alpha val="50196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42065FB-4A20-1714-7D79-08682F9227FB}"/>
              </a:ext>
            </a:extLst>
          </p:cNvPr>
          <p:cNvSpPr/>
          <p:nvPr/>
        </p:nvSpPr>
        <p:spPr>
          <a:xfrm>
            <a:off x="1972386" y="801628"/>
            <a:ext cx="1082621" cy="360000"/>
          </a:xfrm>
          <a:prstGeom prst="rect">
            <a:avLst/>
          </a:prstGeom>
          <a:solidFill>
            <a:schemeClr val="accent2">
              <a:lumMod val="60000"/>
              <a:lumOff val="4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070B8E3-FA50-9884-08AB-5A6A749F34ED}"/>
              </a:ext>
            </a:extLst>
          </p:cNvPr>
          <p:cNvSpPr txBox="1"/>
          <p:nvPr/>
        </p:nvSpPr>
        <p:spPr>
          <a:xfrm>
            <a:off x="33339" y="6600"/>
            <a:ext cx="1443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Ground level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1BC1ACA-CCB4-A792-A68A-C536E1B4EB9F}"/>
              </a:ext>
            </a:extLst>
          </p:cNvPr>
          <p:cNvSpPr txBox="1"/>
          <p:nvPr/>
        </p:nvSpPr>
        <p:spPr>
          <a:xfrm>
            <a:off x="7184106" y="6600"/>
            <a:ext cx="20008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Underground level</a:t>
            </a:r>
          </a:p>
        </p:txBody>
      </p:sp>
      <p:pic>
        <p:nvPicPr>
          <p:cNvPr id="70" name="Picture 69">
            <a:extLst>
              <a:ext uri="{FF2B5EF4-FFF2-40B4-BE49-F238E27FC236}">
                <a16:creationId xmlns:a16="http://schemas.microsoft.com/office/drawing/2014/main" id="{602FC070-CD77-9DF8-0497-60C6EDF717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7088" y="1134669"/>
            <a:ext cx="1530596" cy="746959"/>
          </a:xfrm>
          <a:prstGeom prst="rect">
            <a:avLst/>
          </a:prstGeom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D7981855-66DC-26A9-3927-F9BD53AE1C8A}"/>
              </a:ext>
            </a:extLst>
          </p:cNvPr>
          <p:cNvSpPr txBox="1"/>
          <p:nvPr/>
        </p:nvSpPr>
        <p:spPr>
          <a:xfrm>
            <a:off x="5004725" y="1439671"/>
            <a:ext cx="16433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3. Core area has to fit here. I think it is about 12 x 6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41BA23C1-C942-EC33-1B2A-3258C440EC51}"/>
              </a:ext>
            </a:extLst>
          </p:cNvPr>
          <p:cNvCxnSpPr>
            <a:cxnSpLocks/>
          </p:cNvCxnSpPr>
          <p:nvPr/>
        </p:nvCxnSpPr>
        <p:spPr>
          <a:xfrm flipH="1" flipV="1">
            <a:off x="3166533" y="1609163"/>
            <a:ext cx="1879920" cy="3117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BD491276-CDB2-906F-92DE-2D14000230EC}"/>
              </a:ext>
            </a:extLst>
          </p:cNvPr>
          <p:cNvSpPr txBox="1"/>
          <p:nvPr/>
        </p:nvSpPr>
        <p:spPr>
          <a:xfrm>
            <a:off x="5113554" y="2466697"/>
            <a:ext cx="16433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4. Pool has to be turned a bit, so it is on the flat area</a:t>
            </a: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1ED06EE8-9EB3-914E-8F30-48BAF88698B7}"/>
              </a:ext>
            </a:extLst>
          </p:cNvPr>
          <p:cNvCxnSpPr>
            <a:cxnSpLocks/>
          </p:cNvCxnSpPr>
          <p:nvPr/>
        </p:nvCxnSpPr>
        <p:spPr>
          <a:xfrm flipH="1">
            <a:off x="3457684" y="2687332"/>
            <a:ext cx="1765300" cy="90253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B296C974-EAB6-4B23-9D47-B319DE8ECCC7}"/>
              </a:ext>
            </a:extLst>
          </p:cNvPr>
          <p:cNvSpPr txBox="1"/>
          <p:nvPr/>
        </p:nvSpPr>
        <p:spPr>
          <a:xfrm>
            <a:off x="4928237" y="3531313"/>
            <a:ext cx="16433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5. BBQ area 5x5 about</a:t>
            </a: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5CEC107F-82A5-0715-2F05-A909746E7819}"/>
              </a:ext>
            </a:extLst>
          </p:cNvPr>
          <p:cNvCxnSpPr>
            <a:cxnSpLocks/>
          </p:cNvCxnSpPr>
          <p:nvPr/>
        </p:nvCxnSpPr>
        <p:spPr>
          <a:xfrm flipH="1">
            <a:off x="3272367" y="3751948"/>
            <a:ext cx="1765300" cy="90253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A4C6BBAB-FDF3-5A5C-8BBD-5E5A091898EF}"/>
              </a:ext>
            </a:extLst>
          </p:cNvPr>
          <p:cNvSpPr txBox="1"/>
          <p:nvPr/>
        </p:nvSpPr>
        <p:spPr>
          <a:xfrm>
            <a:off x="4947091" y="83693"/>
            <a:ext cx="16433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1.Lookout some2.5 x6</a:t>
            </a:r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16923419-F644-E375-E10A-3097658A6A20}"/>
              </a:ext>
            </a:extLst>
          </p:cNvPr>
          <p:cNvCxnSpPr>
            <a:cxnSpLocks/>
            <a:stCxn id="79" idx="1"/>
          </p:cNvCxnSpPr>
          <p:nvPr/>
        </p:nvCxnSpPr>
        <p:spPr>
          <a:xfrm flipH="1">
            <a:off x="2777067" y="222193"/>
            <a:ext cx="2170024" cy="70810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8AD70081-A836-5B06-2720-8D3D76EC7CAA}"/>
              </a:ext>
            </a:extLst>
          </p:cNvPr>
          <p:cNvSpPr txBox="1"/>
          <p:nvPr/>
        </p:nvSpPr>
        <p:spPr>
          <a:xfrm>
            <a:off x="5396731" y="469695"/>
            <a:ext cx="16433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2. One room has to be eliminated from here. Leave only a bedroom and a living room</a:t>
            </a: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E6491334-27F8-73DA-EC59-AB0B2D6FF256}"/>
              </a:ext>
            </a:extLst>
          </p:cNvPr>
          <p:cNvCxnSpPr>
            <a:cxnSpLocks/>
          </p:cNvCxnSpPr>
          <p:nvPr/>
        </p:nvCxnSpPr>
        <p:spPr>
          <a:xfrm>
            <a:off x="7080013" y="657467"/>
            <a:ext cx="3490620" cy="7226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039273A1-21E7-F021-AB40-4ECA88C7811D}"/>
              </a:ext>
            </a:extLst>
          </p:cNvPr>
          <p:cNvSpPr txBox="1"/>
          <p:nvPr/>
        </p:nvSpPr>
        <p:spPr>
          <a:xfrm>
            <a:off x="5435442" y="4513793"/>
            <a:ext cx="16433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6. We need to move bedrooms to this side (each room should be about 4m x 7m)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AA114B19-D729-125E-E3E7-092138727DA3}"/>
              </a:ext>
            </a:extLst>
          </p:cNvPr>
          <p:cNvCxnSpPr>
            <a:cxnSpLocks/>
          </p:cNvCxnSpPr>
          <p:nvPr/>
        </p:nvCxnSpPr>
        <p:spPr>
          <a:xfrm>
            <a:off x="6988284" y="4652293"/>
            <a:ext cx="4234283" cy="9907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3467B801-6FFF-B585-8D9D-EC66A459424A}"/>
              </a:ext>
            </a:extLst>
          </p:cNvPr>
          <p:cNvCxnSpPr>
            <a:cxnSpLocks/>
          </p:cNvCxnSpPr>
          <p:nvPr/>
        </p:nvCxnSpPr>
        <p:spPr>
          <a:xfrm>
            <a:off x="6969018" y="4652293"/>
            <a:ext cx="2805749" cy="9907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08BD35E3-DE48-F5B8-BDCE-C4FD8369326D}"/>
              </a:ext>
            </a:extLst>
          </p:cNvPr>
          <p:cNvCxnSpPr>
            <a:cxnSpLocks/>
          </p:cNvCxnSpPr>
          <p:nvPr/>
        </p:nvCxnSpPr>
        <p:spPr>
          <a:xfrm>
            <a:off x="6969018" y="4652293"/>
            <a:ext cx="4160415" cy="5940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9002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5277A54-B46A-F155-70D2-60B4CD24D7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129" y="1698424"/>
            <a:ext cx="8934523" cy="42028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5C91C72-557C-CA95-BAF1-832A6C258B4C}"/>
              </a:ext>
            </a:extLst>
          </p:cNvPr>
          <p:cNvSpPr txBox="1"/>
          <p:nvPr/>
        </p:nvSpPr>
        <p:spPr>
          <a:xfrm>
            <a:off x="10062562" y="2216146"/>
            <a:ext cx="16433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7 reduce this room.  And move bathroom to the back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DF91694-8101-607D-DB48-71D2AACC84E8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8995833" y="2539312"/>
            <a:ext cx="1066729" cy="47482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7E4AEF5-8CC6-49AE-9582-C66D6957DEBE}"/>
              </a:ext>
            </a:extLst>
          </p:cNvPr>
          <p:cNvSpPr txBox="1"/>
          <p:nvPr/>
        </p:nvSpPr>
        <p:spPr>
          <a:xfrm>
            <a:off x="9842429" y="4671479"/>
            <a:ext cx="16433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8. </a:t>
            </a:r>
            <a:r>
              <a:rPr lang="en-US" sz="1200" dirty="0" err="1"/>
              <a:t>Halfbathroom</a:t>
            </a:r>
            <a:r>
              <a:rPr lang="en-US" sz="1200" dirty="0"/>
              <a:t> here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A469852-3E03-B249-C439-8E6C4669BED5}"/>
              </a:ext>
            </a:extLst>
          </p:cNvPr>
          <p:cNvCxnSpPr>
            <a:cxnSpLocks/>
            <a:stCxn id="11" idx="1"/>
          </p:cNvCxnSpPr>
          <p:nvPr/>
        </p:nvCxnSpPr>
        <p:spPr>
          <a:xfrm flipH="1">
            <a:off x="8775700" y="4809979"/>
            <a:ext cx="1066729" cy="65948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21631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537</TotalTime>
  <Words>103</Words>
  <Application>Microsoft Office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>University of Hawaii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Camilo Mora</dc:creator>
  <cp:lastModifiedBy>Camilo Mora</cp:lastModifiedBy>
  <cp:revision>14</cp:revision>
  <dcterms:created xsi:type="dcterms:W3CDTF">2026-03-15T22:52:37Z</dcterms:created>
  <dcterms:modified xsi:type="dcterms:W3CDTF">2026-03-26T03:20:45Z</dcterms:modified>
</cp:coreProperties>
</file>