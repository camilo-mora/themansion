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9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65B569-2BB2-CEC4-E807-5C28129A96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03ACED-CACE-07EC-4756-E1203A18B4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854EE2-A350-4986-5519-1E3B8A19B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4E00F-F08F-42B3-9EE0-04152C097CB2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7F0B35-7EB8-3225-CC75-8A17E03EC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F0D93A-B89E-E1AE-1A7D-6381096DB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6A4CDF-BDD7-4037-AB8F-AACF88EFBA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42668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4D479-322E-F543-EA4B-8D4EFC733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D306E-20B0-4CDC-3317-68CB6D9662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5995BE-C3A7-B587-9B34-E4E3F13D1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4E00F-F08F-42B3-9EE0-04152C097CB2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2F3D36-2956-3152-230C-804E59FF6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A164C-60BC-A22A-9FA4-436729325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6A4CDF-BDD7-4037-AB8F-AACF88EFBA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9545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579BDA-2BFA-2E3F-8F8D-9DFAA636F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539920-8919-6847-6DF6-45AD6F1FD8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F7A675-89CA-307D-5D80-FAEDCB37D5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4E00F-F08F-42B3-9EE0-04152C097CB2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D47AE5-05E5-73A8-A695-89E27F551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C48158-35E5-0087-6607-2B4171C87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6A4CDF-BDD7-4037-AB8F-AACF88EFBA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2347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95F06-ECDC-DFCF-A688-0CD569F8C2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DE283A-99B6-52F2-A8D1-445AA9B6E1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6DFDD1-6729-55BF-4255-1FDCE17849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A6992F-6CBC-FB50-6FB8-BECF327EE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4E00F-F08F-42B3-9EE0-04152C097CB2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51BD79-C534-E2FC-62FE-98173B20A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36D205-110A-32FA-22D9-0F8288764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6A4CDF-BDD7-4037-AB8F-AACF88EFBA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6987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E2E7F-4822-D231-BEA0-3C0EFA97B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9FCC72-2EFB-303E-1C9F-9BDFED5B36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E4E325-88C2-FBD0-63D8-314595B0FA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EE1A80-B9BE-8FC2-5E07-F374AAF19E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EEEA654-9489-6929-725A-F10AC8F508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C9E5188-5174-8335-D8C4-755C0E1465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4E00F-F08F-42B3-9EE0-04152C097CB2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A5C1F20-1CCE-9D04-9477-CFBC9D34C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C873C1-6514-7327-8ADC-3EE584E66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6A4CDF-BDD7-4037-AB8F-AACF88EFBA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9595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4FBE14-427B-488B-7B2F-533AC3A4F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1C0096-0626-0871-AEE9-1802497E4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4E00F-F08F-42B3-9EE0-04152C097CB2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B806EC-0A4A-37C7-11DE-D49FCDA887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807F56-EC0A-FEE2-276E-449B844DD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6A4CDF-BDD7-4037-AB8F-AACF88EFBA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9500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2E6D30-2EFB-B976-E8A6-4F632DD20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4E00F-F08F-42B3-9EE0-04152C097CB2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5426C1E-20FD-3B7E-DAB1-CF5B0B5DF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00C3D6-D0A8-EB87-D665-BE9B518FC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6A4CDF-BDD7-4037-AB8F-AACF88EFBA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6114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CBFB2-E735-014C-9D03-B3D143683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118020-960C-9EA1-4162-BD8599C9FD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D64157-B934-B153-C4C4-8417B7AF2A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5881F6-2FDE-11FD-CAEA-3AA923BE6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4E00F-F08F-42B3-9EE0-04152C097CB2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D105B7-5D3A-F8A2-66D2-DE6359F78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468B7D-61BF-966D-49C9-D41BCB932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6A4CDF-BDD7-4037-AB8F-AACF88EFBA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324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A25E5-6E42-1C25-2749-E28693A43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47C190-4C88-132D-296F-73F1B28A9E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F3A3FA-FEA1-624D-B879-34A20D9617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76810E-60D3-F58F-B830-A64F76A99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4E00F-F08F-42B3-9EE0-04152C097CB2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2AA849-94C2-1E43-369D-AFA2D5395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BEB8B4-CF9E-E89B-2540-86935860B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6A4CDF-BDD7-4037-AB8F-AACF88EFBA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62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30662-FC55-2E55-0D10-1130E3BCDE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5BB3AC-10B2-4C49-EE3D-4E26E6A453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3DCA60-8F19-4656-D998-4C27C923F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4E00F-F08F-42B3-9EE0-04152C097CB2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29702-76C2-38BC-5DC9-1EF182DEB4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1BA4DB-0CD5-627D-7A4E-09104B83B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6A4CDF-BDD7-4037-AB8F-AACF88EFBA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8022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C69C2B-13F8-C004-366F-1A6F3B904B9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6E19FB-4F30-DEC5-4339-A177ABD203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8049D9-819E-F9C6-FEC7-4544CA14F2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4E00F-F08F-42B3-9EE0-04152C097CB2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FEB220-BE0D-1CFA-209C-B413E2CF1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B773A7-CDC9-F13B-AF0C-2B42EF719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6A4CDF-BDD7-4037-AB8F-AACF88EFBA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8094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60B20C-6CDF-2574-F990-7FE613F11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2FD88F-07B3-A052-E1E4-CF1241BF9F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69A6F1-E09A-951C-4D28-34877F7B22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D4E00F-F08F-42B3-9EE0-04152C097CB2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282C81-7973-2859-6AA4-55DDCC5E08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2FE744-A838-3808-AA17-34C5763330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6A4CDF-BDD7-4037-AB8F-AACF88EFBA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4332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>
            <a:extLst>
              <a:ext uri="{FF2B5EF4-FFF2-40B4-BE49-F238E27FC236}">
                <a16:creationId xmlns:a16="http://schemas.microsoft.com/office/drawing/2014/main" id="{EAC56619-2D4F-F5C6-1431-CF7A17D906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3591" y="954254"/>
            <a:ext cx="6035160" cy="5799746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CD715D6-E0BC-E312-9986-E913370357D9}"/>
              </a:ext>
            </a:extLst>
          </p:cNvPr>
          <p:cNvCxnSpPr>
            <a:cxnSpLocks/>
          </p:cNvCxnSpPr>
          <p:nvPr/>
        </p:nvCxnSpPr>
        <p:spPr>
          <a:xfrm flipH="1">
            <a:off x="3420275" y="3003874"/>
            <a:ext cx="300566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8C66B42-2B4F-7387-04D3-5FCAD6A7BC39}"/>
              </a:ext>
            </a:extLst>
          </p:cNvPr>
          <p:cNvSpPr txBox="1"/>
          <p:nvPr/>
        </p:nvSpPr>
        <p:spPr>
          <a:xfrm>
            <a:off x="-39445" y="2579509"/>
            <a:ext cx="2574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1. Make the wall straight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20CE560-9298-066C-92F4-4AE86A8CA365}"/>
              </a:ext>
            </a:extLst>
          </p:cNvPr>
          <p:cNvCxnSpPr/>
          <p:nvPr/>
        </p:nvCxnSpPr>
        <p:spPr>
          <a:xfrm>
            <a:off x="2539742" y="2758341"/>
            <a:ext cx="812800" cy="24553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568EA93-239A-7866-6757-EEB7B91C0DF3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2535234" y="2764175"/>
            <a:ext cx="4760916" cy="1198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0EA8446-4DF7-8F9D-647C-94B28E90863E}"/>
              </a:ext>
            </a:extLst>
          </p:cNvPr>
          <p:cNvSpPr txBox="1"/>
          <p:nvPr/>
        </p:nvSpPr>
        <p:spPr>
          <a:xfrm>
            <a:off x="8780496" y="5311259"/>
            <a:ext cx="23494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2. Move room to add large full bathroom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4621266-16B9-D404-A278-85610DB0EE7A}"/>
              </a:ext>
            </a:extLst>
          </p:cNvPr>
          <p:cNvCxnSpPr>
            <a:cxnSpLocks/>
          </p:cNvCxnSpPr>
          <p:nvPr/>
        </p:nvCxnSpPr>
        <p:spPr>
          <a:xfrm flipH="1">
            <a:off x="5924550" y="5495925"/>
            <a:ext cx="2855946" cy="5238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0E7CCAF-4B1B-97E4-6034-B8A530C9378F}"/>
              </a:ext>
            </a:extLst>
          </p:cNvPr>
          <p:cNvCxnSpPr>
            <a:cxnSpLocks/>
          </p:cNvCxnSpPr>
          <p:nvPr/>
        </p:nvCxnSpPr>
        <p:spPr>
          <a:xfrm flipH="1">
            <a:off x="7791450" y="2203966"/>
            <a:ext cx="103505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E6B0F59-2341-FB02-BAC9-0041F5DA55F1}"/>
              </a:ext>
            </a:extLst>
          </p:cNvPr>
          <p:cNvSpPr txBox="1"/>
          <p:nvPr/>
        </p:nvSpPr>
        <p:spPr>
          <a:xfrm>
            <a:off x="8780496" y="1998397"/>
            <a:ext cx="27999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3. Remove balcony, and make this room bigger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CEB0D95-21D8-5D08-01C3-53946E9491FB}"/>
              </a:ext>
            </a:extLst>
          </p:cNvPr>
          <p:cNvCxnSpPr>
            <a:cxnSpLocks/>
          </p:cNvCxnSpPr>
          <p:nvPr/>
        </p:nvCxnSpPr>
        <p:spPr>
          <a:xfrm flipH="1">
            <a:off x="5495925" y="1018932"/>
            <a:ext cx="2649008" cy="38124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A2BE1EA-1698-FF3B-EC7A-6D56486161BB}"/>
              </a:ext>
            </a:extLst>
          </p:cNvPr>
          <p:cNvSpPr txBox="1"/>
          <p:nvPr/>
        </p:nvSpPr>
        <p:spPr>
          <a:xfrm>
            <a:off x="8063413" y="740616"/>
            <a:ext cx="2799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4. Is this half wall needed?</a:t>
            </a:r>
          </a:p>
        </p:txBody>
      </p:sp>
    </p:spTree>
    <p:extLst>
      <p:ext uri="{BB962C8B-B14F-4D97-AF65-F5344CB8AC3E}">
        <p14:creationId xmlns:p14="http://schemas.microsoft.com/office/powerpoint/2010/main" val="33120799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AE70DD1-8830-2E44-F32F-3907C0BFF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1976" y="0"/>
            <a:ext cx="4493907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0BC7134-AF5A-AAB8-2039-C6812D0FD46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6096000" y="131232"/>
            <a:ext cx="4356049" cy="6726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25625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1AB241F-4E5B-D688-61F0-B9AB1ABAD6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7588" y="976311"/>
            <a:ext cx="7022766" cy="5343525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DC7BAEA-F410-A354-D567-6220235605F6}"/>
              </a:ext>
            </a:extLst>
          </p:cNvPr>
          <p:cNvCxnSpPr>
            <a:cxnSpLocks/>
          </p:cNvCxnSpPr>
          <p:nvPr/>
        </p:nvCxnSpPr>
        <p:spPr>
          <a:xfrm>
            <a:off x="2181225" y="1833563"/>
            <a:ext cx="2427343" cy="14347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929D260-B7F5-161D-C1CB-98CAAD461A4E}"/>
              </a:ext>
            </a:extLst>
          </p:cNvPr>
          <p:cNvSpPr txBox="1"/>
          <p:nvPr/>
        </p:nvSpPr>
        <p:spPr>
          <a:xfrm>
            <a:off x="568352" y="921591"/>
            <a:ext cx="199863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5. Remove sink from this island. This island will be used as dining table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FF83CAF-62CA-EAC6-D66C-CD2D1F37B88C}"/>
              </a:ext>
            </a:extLst>
          </p:cNvPr>
          <p:cNvCxnSpPr>
            <a:cxnSpLocks/>
          </p:cNvCxnSpPr>
          <p:nvPr/>
        </p:nvCxnSpPr>
        <p:spPr>
          <a:xfrm flipH="1">
            <a:off x="6715125" y="1476375"/>
            <a:ext cx="2024063" cy="78581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BC029F0-A441-C029-1930-79AB273FF72A}"/>
              </a:ext>
            </a:extLst>
          </p:cNvPr>
          <p:cNvSpPr txBox="1"/>
          <p:nvPr/>
        </p:nvSpPr>
        <p:spPr>
          <a:xfrm>
            <a:off x="8850339" y="673941"/>
            <a:ext cx="199863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6.  Move this door so the bathroom will be in the room You may have to adjust the wall.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4A11192-E116-D64A-0DFB-BBB79A84B90B}"/>
              </a:ext>
            </a:extLst>
          </p:cNvPr>
          <p:cNvCxnSpPr>
            <a:cxnSpLocks/>
          </p:cNvCxnSpPr>
          <p:nvPr/>
        </p:nvCxnSpPr>
        <p:spPr>
          <a:xfrm flipH="1">
            <a:off x="6418318" y="3080156"/>
            <a:ext cx="3054295" cy="50725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E4A5FB03-E204-D81F-F590-694183B86FAD}"/>
              </a:ext>
            </a:extLst>
          </p:cNvPr>
          <p:cNvSpPr txBox="1"/>
          <p:nvPr/>
        </p:nvSpPr>
        <p:spPr>
          <a:xfrm>
            <a:off x="9549620" y="2563771"/>
            <a:ext cx="199863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7. No shower in this bathroom. Add this new space to the shower of the other room. Alternatively move the separating wall to increase the size of the room. 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C46989B-7450-7C3D-94EF-81FD817859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860726"/>
            <a:ext cx="3195638" cy="199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4CAC31D-6779-BD43-3CE1-B420E353B460}"/>
              </a:ext>
            </a:extLst>
          </p:cNvPr>
          <p:cNvCxnSpPr>
            <a:cxnSpLocks/>
          </p:cNvCxnSpPr>
          <p:nvPr/>
        </p:nvCxnSpPr>
        <p:spPr>
          <a:xfrm>
            <a:off x="2062163" y="3381375"/>
            <a:ext cx="1832276" cy="753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0EFFDA9-8212-62C1-AC23-AD5B07E5BB5B}"/>
              </a:ext>
            </a:extLst>
          </p:cNvPr>
          <p:cNvCxnSpPr>
            <a:cxnSpLocks/>
          </p:cNvCxnSpPr>
          <p:nvPr/>
        </p:nvCxnSpPr>
        <p:spPr>
          <a:xfrm flipH="1">
            <a:off x="1762897" y="3381375"/>
            <a:ext cx="299266" cy="234875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7756721-9FB7-A475-2119-0E81A2B0F48D}"/>
              </a:ext>
            </a:extLst>
          </p:cNvPr>
          <p:cNvSpPr txBox="1"/>
          <p:nvPr/>
        </p:nvSpPr>
        <p:spPr>
          <a:xfrm>
            <a:off x="309018" y="2708719"/>
            <a:ext cx="213154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8. I want a living room like this. It should accommodate 8 people. So you may need to elongate this space. I anticipate people will be standing in this space </a:t>
            </a:r>
            <a:r>
              <a:rPr lang="en-US" sz="1400" dirty="0" err="1"/>
              <a:t>withg</a:t>
            </a:r>
            <a:r>
              <a:rPr lang="en-US" sz="1400" dirty="0"/>
              <a:t> the blue arrow, so make that space larger.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09D80FD-2C22-4250-29AF-A703B479B1B5}"/>
              </a:ext>
            </a:extLst>
          </p:cNvPr>
          <p:cNvSpPr txBox="1"/>
          <p:nvPr/>
        </p:nvSpPr>
        <p:spPr>
          <a:xfrm>
            <a:off x="4395188" y="5673505"/>
            <a:ext cx="3769651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9. I would like big concrete or brick columns for these corners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68D37DE-A48D-B0B4-C697-DC94E63128B7}"/>
              </a:ext>
            </a:extLst>
          </p:cNvPr>
          <p:cNvCxnSpPr>
            <a:cxnSpLocks/>
            <a:stCxn id="21" idx="1"/>
          </p:cNvCxnSpPr>
          <p:nvPr/>
        </p:nvCxnSpPr>
        <p:spPr>
          <a:xfrm flipH="1" flipV="1">
            <a:off x="3324225" y="4318097"/>
            <a:ext cx="1070963" cy="16785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4247EEE-5B81-701E-E884-8BDCBE86887A}"/>
              </a:ext>
            </a:extLst>
          </p:cNvPr>
          <p:cNvCxnSpPr>
            <a:cxnSpLocks/>
            <a:stCxn id="21" idx="1"/>
          </p:cNvCxnSpPr>
          <p:nvPr/>
        </p:nvCxnSpPr>
        <p:spPr>
          <a:xfrm flipH="1" flipV="1">
            <a:off x="2108526" y="5771939"/>
            <a:ext cx="2286662" cy="22473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01568ED6-A9F6-0CFA-34DB-271E5492D16B}"/>
              </a:ext>
            </a:extLst>
          </p:cNvPr>
          <p:cNvCxnSpPr>
            <a:cxnSpLocks/>
          </p:cNvCxnSpPr>
          <p:nvPr/>
        </p:nvCxnSpPr>
        <p:spPr>
          <a:xfrm flipH="1">
            <a:off x="5995988" y="1476375"/>
            <a:ext cx="2743200" cy="78581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rrow: Left-Right 34">
            <a:extLst>
              <a:ext uri="{FF2B5EF4-FFF2-40B4-BE49-F238E27FC236}">
                <a16:creationId xmlns:a16="http://schemas.microsoft.com/office/drawing/2014/main" id="{5B7067F9-34EF-913E-213B-710FE1720FA8}"/>
              </a:ext>
            </a:extLst>
          </p:cNvPr>
          <p:cNvSpPr/>
          <p:nvPr/>
        </p:nvSpPr>
        <p:spPr>
          <a:xfrm>
            <a:off x="3885483" y="3268323"/>
            <a:ext cx="384501" cy="188445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2345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37178F7-5853-EC59-779F-7549A0A5D1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9937" y="47625"/>
            <a:ext cx="5284657" cy="6858000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A6AD715-4C91-97C5-A031-8480715ABB10}"/>
              </a:ext>
            </a:extLst>
          </p:cNvPr>
          <p:cNvCxnSpPr>
            <a:cxnSpLocks/>
          </p:cNvCxnSpPr>
          <p:nvPr/>
        </p:nvCxnSpPr>
        <p:spPr>
          <a:xfrm flipH="1">
            <a:off x="6610350" y="1495425"/>
            <a:ext cx="2971800" cy="59317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58446DF7-0567-D13F-2229-B94BD06D4CFE}"/>
              </a:ext>
            </a:extLst>
          </p:cNvPr>
          <p:cNvSpPr txBox="1"/>
          <p:nvPr/>
        </p:nvSpPr>
        <p:spPr>
          <a:xfrm>
            <a:off x="9540094" y="1038820"/>
            <a:ext cx="19986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12. Rotate these two structures to look like this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4237261-F388-BF4E-8004-649C60D0E599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6653212" y="1500485"/>
            <a:ext cx="2886882" cy="29143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CBCCE37-1BEA-42E8-37A1-64F346F128A6}"/>
              </a:ext>
            </a:extLst>
          </p:cNvPr>
          <p:cNvSpPr txBox="1"/>
          <p:nvPr/>
        </p:nvSpPr>
        <p:spPr>
          <a:xfrm>
            <a:off x="9473419" y="3048892"/>
            <a:ext cx="19986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10. Missing a full bathroom.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CC57570-1596-0D83-F4D4-C500DCE35F0B}"/>
              </a:ext>
            </a:extLst>
          </p:cNvPr>
          <p:cNvCxnSpPr>
            <a:cxnSpLocks/>
            <a:stCxn id="15" idx="1"/>
          </p:cNvCxnSpPr>
          <p:nvPr/>
        </p:nvCxnSpPr>
        <p:spPr>
          <a:xfrm flipH="1">
            <a:off x="6343650" y="3372058"/>
            <a:ext cx="3129769" cy="185716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707467B-BD9D-FC48-6C70-D0EFA2EEF55C}"/>
              </a:ext>
            </a:extLst>
          </p:cNvPr>
          <p:cNvSpPr/>
          <p:nvPr/>
        </p:nvSpPr>
        <p:spPr>
          <a:xfrm>
            <a:off x="5202141" y="1495424"/>
            <a:ext cx="180000" cy="4667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35C8CDB-C63A-32FE-988A-0DE5D2A4F68F}"/>
              </a:ext>
            </a:extLst>
          </p:cNvPr>
          <p:cNvSpPr/>
          <p:nvPr/>
        </p:nvSpPr>
        <p:spPr>
          <a:xfrm>
            <a:off x="6000462" y="1495423"/>
            <a:ext cx="180000" cy="4667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723CF2A-9B43-B10E-5368-CE487E156A1E}"/>
              </a:ext>
            </a:extLst>
          </p:cNvPr>
          <p:cNvSpPr/>
          <p:nvPr/>
        </p:nvSpPr>
        <p:spPr>
          <a:xfrm>
            <a:off x="5377664" y="1495423"/>
            <a:ext cx="720000" cy="18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B2D2293-65E0-0AD7-5FFF-2D8AE9783A4D}"/>
              </a:ext>
            </a:extLst>
          </p:cNvPr>
          <p:cNvSpPr txBox="1"/>
          <p:nvPr/>
        </p:nvSpPr>
        <p:spPr>
          <a:xfrm>
            <a:off x="1431794" y="1775014"/>
            <a:ext cx="199863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11. A U-Shape bar. May be like images #66 or #67.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BF44F78-41D8-D29B-665A-676A1B25FFAC}"/>
              </a:ext>
            </a:extLst>
          </p:cNvPr>
          <p:cNvCxnSpPr>
            <a:cxnSpLocks/>
          </p:cNvCxnSpPr>
          <p:nvPr/>
        </p:nvCxnSpPr>
        <p:spPr>
          <a:xfrm flipV="1">
            <a:off x="3430430" y="1843088"/>
            <a:ext cx="1861711" cy="39141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28297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B443C7-D299-4174-4000-C250B71226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9953" y="0"/>
            <a:ext cx="5152094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9332B3B-0691-606E-8646-F4FFC630C1D3}"/>
              </a:ext>
            </a:extLst>
          </p:cNvPr>
          <p:cNvSpPr/>
          <p:nvPr/>
        </p:nvSpPr>
        <p:spPr>
          <a:xfrm>
            <a:off x="4672013" y="2662238"/>
            <a:ext cx="428625" cy="10096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DDEE8C-0E28-8D81-C43B-15A232BC1371}"/>
              </a:ext>
            </a:extLst>
          </p:cNvPr>
          <p:cNvSpPr txBox="1"/>
          <p:nvPr/>
        </p:nvSpPr>
        <p:spPr>
          <a:xfrm>
            <a:off x="1431794" y="1775014"/>
            <a:ext cx="199863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13. Add underground parking space. I added image to website.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E1A4706-F45A-7CCB-A16D-7C11026293EA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3430430" y="2234505"/>
            <a:ext cx="1241583" cy="93255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96884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F3E752E2-D3C7-9726-740D-2C2E138435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7512" y="0"/>
            <a:ext cx="6276975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44FF2F6-1B69-B1EA-F29D-1A6B9AC7FC7D}"/>
              </a:ext>
            </a:extLst>
          </p:cNvPr>
          <p:cNvSpPr txBox="1"/>
          <p:nvPr/>
        </p:nvSpPr>
        <p:spPr>
          <a:xfrm>
            <a:off x="34476" y="4869581"/>
            <a:ext cx="199863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1. There will be a wall here; so you need to make the core area longer, so the furniture is inside the home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C456A2F-CC67-6B8B-FEC6-979CEF2297A7}"/>
              </a:ext>
            </a:extLst>
          </p:cNvPr>
          <p:cNvCxnSpPr>
            <a:cxnSpLocks/>
          </p:cNvCxnSpPr>
          <p:nvPr/>
        </p:nvCxnSpPr>
        <p:spPr>
          <a:xfrm flipV="1">
            <a:off x="1807633" y="3047353"/>
            <a:ext cx="2064280" cy="199878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7B76A44-9228-5FFB-B45B-A93ED5ECF7DA}"/>
              </a:ext>
            </a:extLst>
          </p:cNvPr>
          <p:cNvSpPr txBox="1"/>
          <p:nvPr/>
        </p:nvSpPr>
        <p:spPr>
          <a:xfrm>
            <a:off x="9843028" y="-102742"/>
            <a:ext cx="231056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2. Flip the look out. The view area is from the living room. Plus we do not want people walking into the room.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D8A424B-67F0-257E-8447-8F7D2A270930}"/>
              </a:ext>
            </a:extLst>
          </p:cNvPr>
          <p:cNvCxnSpPr>
            <a:cxnSpLocks/>
          </p:cNvCxnSpPr>
          <p:nvPr/>
        </p:nvCxnSpPr>
        <p:spPr>
          <a:xfrm>
            <a:off x="2483564" y="888768"/>
            <a:ext cx="1792103" cy="4362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182C977-99E4-54A4-E8A1-FA2C0A2214EB}"/>
              </a:ext>
            </a:extLst>
          </p:cNvPr>
          <p:cNvCxnSpPr>
            <a:cxnSpLocks/>
            <a:stCxn id="13" idx="1"/>
          </p:cNvCxnSpPr>
          <p:nvPr/>
        </p:nvCxnSpPr>
        <p:spPr>
          <a:xfrm flipH="1" flipV="1">
            <a:off x="7361767" y="3280833"/>
            <a:ext cx="2640791" cy="1164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CB0F1D9-D7A9-E8B0-D05F-B591297C6F7C}"/>
              </a:ext>
            </a:extLst>
          </p:cNvPr>
          <p:cNvSpPr txBox="1"/>
          <p:nvPr/>
        </p:nvSpPr>
        <p:spPr>
          <a:xfrm>
            <a:off x="10002558" y="2797090"/>
            <a:ext cx="199863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3.Move toiled by the sink… I want a large shower, with no curtain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1A116897-438B-028A-9DEC-A837C0C0A904}"/>
              </a:ext>
            </a:extLst>
          </p:cNvPr>
          <p:cNvSpPr/>
          <p:nvPr/>
        </p:nvSpPr>
        <p:spPr>
          <a:xfrm>
            <a:off x="7179440" y="2667000"/>
            <a:ext cx="106127" cy="474133"/>
          </a:xfrm>
          <a:custGeom>
            <a:avLst/>
            <a:gdLst>
              <a:gd name="connsiteX0" fmla="*/ 80727 w 106127"/>
              <a:gd name="connsiteY0" fmla="*/ 474133 h 474133"/>
              <a:gd name="connsiteX1" fmla="*/ 293 w 106127"/>
              <a:gd name="connsiteY1" fmla="*/ 152400 h 474133"/>
              <a:gd name="connsiteX2" fmla="*/ 106127 w 106127"/>
              <a:gd name="connsiteY2" fmla="*/ 0 h 4741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6127" h="474133">
                <a:moveTo>
                  <a:pt x="80727" y="474133"/>
                </a:moveTo>
                <a:cubicBezTo>
                  <a:pt x="38393" y="352777"/>
                  <a:pt x="-3940" y="231422"/>
                  <a:pt x="293" y="152400"/>
                </a:cubicBezTo>
                <a:cubicBezTo>
                  <a:pt x="4526" y="73378"/>
                  <a:pt x="55326" y="36689"/>
                  <a:pt x="106127" y="0"/>
                </a:cubicBezTo>
              </a:path>
            </a:pathLst>
          </a:custGeom>
          <a:noFill/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E08D759-0AAB-1A8F-F379-EC266A0997F5}"/>
              </a:ext>
            </a:extLst>
          </p:cNvPr>
          <p:cNvCxnSpPr/>
          <p:nvPr/>
        </p:nvCxnSpPr>
        <p:spPr>
          <a:xfrm flipV="1">
            <a:off x="5135033" y="681567"/>
            <a:ext cx="690034" cy="1388533"/>
          </a:xfrm>
          <a:prstGeom prst="line">
            <a:avLst/>
          </a:prstGeom>
          <a:ln>
            <a:solidFill>
              <a:srgbClr val="FFC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F2DEC4F-ECF4-4485-AD9A-A5CB961B1EEC}"/>
              </a:ext>
            </a:extLst>
          </p:cNvPr>
          <p:cNvCxnSpPr/>
          <p:nvPr/>
        </p:nvCxnSpPr>
        <p:spPr>
          <a:xfrm flipH="1" flipV="1">
            <a:off x="3738033" y="1375833"/>
            <a:ext cx="1337734" cy="694267"/>
          </a:xfrm>
          <a:prstGeom prst="line">
            <a:avLst/>
          </a:prstGeom>
          <a:ln>
            <a:solidFill>
              <a:srgbClr val="FFC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Arc 20">
            <a:extLst>
              <a:ext uri="{FF2B5EF4-FFF2-40B4-BE49-F238E27FC236}">
                <a16:creationId xmlns:a16="http://schemas.microsoft.com/office/drawing/2014/main" id="{2FA8B3E2-07F0-F89D-DB4D-1675FE1142C4}"/>
              </a:ext>
            </a:extLst>
          </p:cNvPr>
          <p:cNvSpPr/>
          <p:nvPr/>
        </p:nvSpPr>
        <p:spPr>
          <a:xfrm>
            <a:off x="3566053" y="397932"/>
            <a:ext cx="2360614" cy="1253067"/>
          </a:xfrm>
          <a:prstGeom prst="arc">
            <a:avLst>
              <a:gd name="adj1" fmla="val 9106208"/>
              <a:gd name="adj2" fmla="val 20725937"/>
            </a:avLst>
          </a:prstGeom>
          <a:ln w="57150">
            <a:solidFill>
              <a:srgbClr val="FFC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88429D-00CA-3C64-0E22-7839C1EEC7BD}"/>
              </a:ext>
            </a:extLst>
          </p:cNvPr>
          <p:cNvSpPr txBox="1"/>
          <p:nvPr/>
        </p:nvSpPr>
        <p:spPr>
          <a:xfrm rot="19278221">
            <a:off x="4859019" y="1934634"/>
            <a:ext cx="6900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View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D73FB8A4-CF6F-0765-2FD0-A5B0A7DD02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958681">
            <a:off x="4376558" y="1233724"/>
            <a:ext cx="1032782" cy="375557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301FB979-E70D-9FF0-8A76-DEE3FE43C936}"/>
              </a:ext>
            </a:extLst>
          </p:cNvPr>
          <p:cNvSpPr txBox="1"/>
          <p:nvPr/>
        </p:nvSpPr>
        <p:spPr>
          <a:xfrm>
            <a:off x="883854" y="427103"/>
            <a:ext cx="19986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4. Put this type of furniture in the lookout. 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435CB20-7349-9562-4EE9-B8C35ED0CCC4}"/>
              </a:ext>
            </a:extLst>
          </p:cNvPr>
          <p:cNvCxnSpPr>
            <a:cxnSpLocks/>
          </p:cNvCxnSpPr>
          <p:nvPr/>
        </p:nvCxnSpPr>
        <p:spPr>
          <a:xfrm flipH="1">
            <a:off x="7422965" y="397932"/>
            <a:ext cx="2292535" cy="92286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5152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06382300-B67C-D9FF-77ED-B57E7DF777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4442" y="0"/>
            <a:ext cx="8603116" cy="6858000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E9EE18A-67A8-2C8E-E408-3EFFD84F1E37}"/>
              </a:ext>
            </a:extLst>
          </p:cNvPr>
          <p:cNvCxnSpPr>
            <a:cxnSpLocks/>
          </p:cNvCxnSpPr>
          <p:nvPr/>
        </p:nvCxnSpPr>
        <p:spPr>
          <a:xfrm flipH="1">
            <a:off x="6862233" y="2489200"/>
            <a:ext cx="3009900" cy="1566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C38154B-C475-B978-0A20-51B38D42FA1C}"/>
              </a:ext>
            </a:extLst>
          </p:cNvPr>
          <p:cNvSpPr txBox="1"/>
          <p:nvPr/>
        </p:nvSpPr>
        <p:spPr>
          <a:xfrm>
            <a:off x="10172144" y="1594824"/>
            <a:ext cx="199863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5. Place the beds this way, so from the bed you can see the forest. 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BA45B9C-20C9-E403-4432-1CCACB4E2095}"/>
              </a:ext>
            </a:extLst>
          </p:cNvPr>
          <p:cNvSpPr/>
          <p:nvPr/>
        </p:nvSpPr>
        <p:spPr>
          <a:xfrm>
            <a:off x="4296833" y="1997585"/>
            <a:ext cx="728134" cy="576282"/>
          </a:xfrm>
          <a:custGeom>
            <a:avLst/>
            <a:gdLst>
              <a:gd name="connsiteX0" fmla="*/ 880155 w 880155"/>
              <a:gd name="connsiteY0" fmla="*/ 487382 h 546648"/>
              <a:gd name="connsiteX1" fmla="*/ 630388 w 880155"/>
              <a:gd name="connsiteY1" fmla="*/ 548 h 546648"/>
              <a:gd name="connsiteX2" fmla="*/ 71588 w 880155"/>
              <a:gd name="connsiteY2" fmla="*/ 394248 h 546648"/>
              <a:gd name="connsiteX3" fmla="*/ 25021 w 880155"/>
              <a:gd name="connsiteY3" fmla="*/ 546648 h 5466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80155" h="546648">
                <a:moveTo>
                  <a:pt x="880155" y="487382"/>
                </a:moveTo>
                <a:cubicBezTo>
                  <a:pt x="822652" y="251726"/>
                  <a:pt x="765149" y="16070"/>
                  <a:pt x="630388" y="548"/>
                </a:cubicBezTo>
                <a:cubicBezTo>
                  <a:pt x="495627" y="-14974"/>
                  <a:pt x="172482" y="303231"/>
                  <a:pt x="71588" y="394248"/>
                </a:cubicBezTo>
                <a:cubicBezTo>
                  <a:pt x="-29307" y="485265"/>
                  <a:pt x="-2143" y="515956"/>
                  <a:pt x="25021" y="546648"/>
                </a:cubicBezTo>
              </a:path>
            </a:pathLst>
          </a:custGeom>
          <a:noFill/>
          <a:ln>
            <a:solidFill>
              <a:srgbClr val="FFC000"/>
            </a:solidFill>
            <a:headEnd type="triangl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0F710C-3629-0630-F30D-BD826D9E27A5}"/>
              </a:ext>
            </a:extLst>
          </p:cNvPr>
          <p:cNvSpPr txBox="1"/>
          <p:nvPr/>
        </p:nvSpPr>
        <p:spPr>
          <a:xfrm>
            <a:off x="96811" y="1085397"/>
            <a:ext cx="199863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6. flip the order. Check the internal walls. I do not want curtains in the showers. Use this style in other bathrooms 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1F7EDFC-A7A7-957E-9CD4-A0E373DF0E6F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1477433" y="1403355"/>
            <a:ext cx="3340907" cy="594808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30637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2CAB27-5914-FBE5-9FE2-A0ADB6CAF3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180" y="-674409"/>
            <a:ext cx="290892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5E73298-2C71-D5FD-B70F-348947BBF139}"/>
              </a:ext>
            </a:extLst>
          </p:cNvPr>
          <p:cNvSpPr txBox="1"/>
          <p:nvPr/>
        </p:nvSpPr>
        <p:spPr>
          <a:xfrm>
            <a:off x="2704544" y="2661334"/>
            <a:ext cx="19986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8. Place furniture along the pool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0D8DCE-56D3-3BC6-01F0-A7BDB312EF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5610" y="4722771"/>
            <a:ext cx="261221" cy="36570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2F7B44F-109B-AEAB-0248-4BC54D4E3F96}"/>
              </a:ext>
            </a:extLst>
          </p:cNvPr>
          <p:cNvSpPr txBox="1"/>
          <p:nvPr/>
        </p:nvSpPr>
        <p:spPr>
          <a:xfrm>
            <a:off x="2882344" y="4306762"/>
            <a:ext cx="1998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7. Grill here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387C96E-D0E3-CEFD-85CC-D8AAAC508ED7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4102100" y="4622800"/>
            <a:ext cx="2473510" cy="282826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755291A-4455-C1AC-9B93-8BD5DB14F05F}"/>
              </a:ext>
            </a:extLst>
          </p:cNvPr>
          <p:cNvCxnSpPr>
            <a:cxnSpLocks/>
          </p:cNvCxnSpPr>
          <p:nvPr/>
        </p:nvCxnSpPr>
        <p:spPr>
          <a:xfrm>
            <a:off x="4220633" y="3028222"/>
            <a:ext cx="2531361" cy="226552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CD865771-BBC2-5A21-A7C5-BC2BDD9E7D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6751994" y="2029857"/>
            <a:ext cx="736828" cy="678046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28A59F2-88F7-2FC7-B392-330E9945A698}"/>
              </a:ext>
            </a:extLst>
          </p:cNvPr>
          <p:cNvCxnSpPr>
            <a:cxnSpLocks/>
          </p:cNvCxnSpPr>
          <p:nvPr/>
        </p:nvCxnSpPr>
        <p:spPr>
          <a:xfrm flipV="1">
            <a:off x="4220633" y="2578100"/>
            <a:ext cx="2582334" cy="450122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9E5E7529-A751-7FD5-DC2F-85618A801971}"/>
              </a:ext>
            </a:extLst>
          </p:cNvPr>
          <p:cNvSpPr txBox="1"/>
          <p:nvPr/>
        </p:nvSpPr>
        <p:spPr>
          <a:xfrm>
            <a:off x="2843622" y="1722549"/>
            <a:ext cx="19986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9. Place a </a:t>
            </a:r>
            <a:r>
              <a:rPr lang="en-US" dirty="0" err="1"/>
              <a:t>hottub</a:t>
            </a:r>
            <a:r>
              <a:rPr lang="en-US" dirty="0"/>
              <a:t> here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D5AC665-E0FE-C6E8-85D8-2EA040824E9C}"/>
              </a:ext>
            </a:extLst>
          </p:cNvPr>
          <p:cNvCxnSpPr>
            <a:cxnSpLocks/>
          </p:cNvCxnSpPr>
          <p:nvPr/>
        </p:nvCxnSpPr>
        <p:spPr>
          <a:xfrm flipV="1">
            <a:off x="4389967" y="1493017"/>
            <a:ext cx="2311849" cy="440094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44943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</TotalTime>
  <Words>350</Words>
  <Application>Microsoft Office PowerPoint</Application>
  <PresentationFormat>Widescreen</PresentationFormat>
  <Paragraphs>23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University of Hawaii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Camilo Mora</dc:creator>
  <cp:lastModifiedBy>Camilo Mora</cp:lastModifiedBy>
  <cp:revision>12</cp:revision>
  <dcterms:created xsi:type="dcterms:W3CDTF">2026-03-15T22:52:37Z</dcterms:created>
  <dcterms:modified xsi:type="dcterms:W3CDTF">2026-03-18T03:28:04Z</dcterms:modified>
</cp:coreProperties>
</file>