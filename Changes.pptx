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5A2"/>
    <a:srgbClr val="156082"/>
    <a:srgbClr val="63798E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9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5B569-2BB2-CEC4-E807-5C28129A9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3ACED-CACE-07EC-4756-E1203A18B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54EE2-A350-4986-5519-1E3B8A19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F0B35-7EB8-3225-CC75-8A17E03E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0D93A-B89E-E1AE-1A7D-6381096D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6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D479-322E-F543-EA4B-8D4EFC73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D306E-20B0-4CDC-3317-68CB6D96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995BE-C3A7-B587-9B34-E4E3F13D1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D36-2956-3152-230C-804E59FF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164C-60BC-A22A-9FA4-43672932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79BDA-2BFA-2E3F-8F8D-9DFAA636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39920-8919-6847-6DF6-45AD6F1FD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7A675-89CA-307D-5D80-FAEDCB37D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7AE5-05E5-73A8-A695-89E27F551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48158-35E5-0087-6607-2B4171C8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3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95F06-ECDC-DFCF-A688-0CD569F8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E283A-99B6-52F2-A8D1-445AA9B6E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DFDD1-6729-55BF-4255-1FDCE1784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6992F-6CBC-FB50-6FB8-BECF327E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1BD79-C534-E2FC-62FE-98173B20A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6D205-110A-32FA-22D9-0F828876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2E7F-4822-D231-BEA0-3C0EFA97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FCC72-2EFB-303E-1C9F-9BDFED5B3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E325-88C2-FBD0-63D8-314595B0F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E1A80-B9BE-8FC2-5E07-F374AAF19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EEA654-9489-6929-725A-F10AC8F50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9E5188-5174-8335-D8C4-755C0E14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5C1F20-1CCE-9D04-9477-CFBC9D34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C873C1-6514-7327-8ADC-3EE584E6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5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BE14-427B-488B-7B2F-533AC3A4F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C0096-0626-0871-AEE9-1802497E4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806EC-0A4A-37C7-11DE-D49FCDA8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07F56-EC0A-FEE2-276E-449B844D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5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2E6D30-2EFB-B976-E8A6-4F632DD2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26C1E-20FD-3B7E-DAB1-CF5B0B5D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0C3D6-D0A8-EB87-D665-BE9B518F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1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CBFB2-E735-014C-9D03-B3D14368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18020-960C-9EA1-4162-BD8599C9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64157-B934-B153-C4C4-8417B7AF2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881F6-2FDE-11FD-CAEA-3AA923BE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105B7-5D3A-F8A2-66D2-DE6359F7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68B7D-61BF-966D-49C9-D41BCB93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25E5-6E42-1C25-2749-E28693A4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7C190-4C88-132D-296F-73F1B28A9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3A3FA-FEA1-624D-B879-34A20D961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6810E-60D3-F58F-B830-A64F76A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AA849-94C2-1E43-369D-AFA2D539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EB8B4-CF9E-E89B-2540-86935860B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30662-FC55-2E55-0D10-1130E3BC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BB3AC-10B2-4C49-EE3D-4E26E6A45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CA60-8F19-4656-D998-4C27C923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9702-76C2-38BC-5DC9-1EF182DE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BA4DB-0CD5-627D-7A4E-09104B8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0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69C2B-13F8-C004-366F-1A6F3B904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E19FB-4F30-DEC5-4339-A177ABD20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049D9-819E-F9C6-FEC7-4544CA14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EB220-BE0D-1CFA-209C-B413E2CF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773A7-CDC9-F13B-AF0C-2B42EF71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0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0B20C-6CDF-2574-F990-7FE613F1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FD88F-07B3-A052-E1E4-CF1241BF9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A6F1-E09A-951C-4D28-34877F7B2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4E00F-F08F-42B3-9EE0-04152C097CB2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82C81-7973-2859-6AA4-55DDCC5E0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FE744-A838-3808-AA17-34C576333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A4CDF-BDD7-4037-AB8F-AACF88EFB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33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EAC56619-2D4F-F5C6-1431-CF7A17D90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591" y="954254"/>
            <a:ext cx="6035160" cy="579974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D715D6-E0BC-E312-9986-E913370357D9}"/>
              </a:ext>
            </a:extLst>
          </p:cNvPr>
          <p:cNvCxnSpPr>
            <a:cxnSpLocks/>
          </p:cNvCxnSpPr>
          <p:nvPr/>
        </p:nvCxnSpPr>
        <p:spPr>
          <a:xfrm flipH="1">
            <a:off x="3420275" y="3003874"/>
            <a:ext cx="30056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8C66B42-2B4F-7387-04D3-5FCAD6A7BC39}"/>
              </a:ext>
            </a:extLst>
          </p:cNvPr>
          <p:cNvSpPr txBox="1"/>
          <p:nvPr/>
        </p:nvSpPr>
        <p:spPr>
          <a:xfrm>
            <a:off x="-39445" y="2579509"/>
            <a:ext cx="2574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Make the wall straight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0CE560-9298-066C-92F4-4AE86A8CA365}"/>
              </a:ext>
            </a:extLst>
          </p:cNvPr>
          <p:cNvCxnSpPr/>
          <p:nvPr/>
        </p:nvCxnSpPr>
        <p:spPr>
          <a:xfrm>
            <a:off x="2539742" y="2758341"/>
            <a:ext cx="812800" cy="2455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68EA93-239A-7866-6757-EEB7B91C0DF3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535234" y="2764175"/>
            <a:ext cx="4760916" cy="119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EA8446-4DF7-8F9D-647C-94B28E90863E}"/>
              </a:ext>
            </a:extLst>
          </p:cNvPr>
          <p:cNvSpPr txBox="1"/>
          <p:nvPr/>
        </p:nvSpPr>
        <p:spPr>
          <a:xfrm>
            <a:off x="8780496" y="5311259"/>
            <a:ext cx="234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Move room to add large full bathroom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4621266-16B9-D404-A278-85610DB0EE7A}"/>
              </a:ext>
            </a:extLst>
          </p:cNvPr>
          <p:cNvCxnSpPr>
            <a:cxnSpLocks/>
          </p:cNvCxnSpPr>
          <p:nvPr/>
        </p:nvCxnSpPr>
        <p:spPr>
          <a:xfrm flipH="1">
            <a:off x="5924550" y="5495925"/>
            <a:ext cx="2855946" cy="523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E7CCAF-4B1B-97E4-6034-B8A530C9378F}"/>
              </a:ext>
            </a:extLst>
          </p:cNvPr>
          <p:cNvCxnSpPr>
            <a:cxnSpLocks/>
          </p:cNvCxnSpPr>
          <p:nvPr/>
        </p:nvCxnSpPr>
        <p:spPr>
          <a:xfrm flipH="1">
            <a:off x="7791450" y="2203966"/>
            <a:ext cx="10350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6B0F59-2341-FB02-BAC9-0041F5DA55F1}"/>
              </a:ext>
            </a:extLst>
          </p:cNvPr>
          <p:cNvSpPr txBox="1"/>
          <p:nvPr/>
        </p:nvSpPr>
        <p:spPr>
          <a:xfrm>
            <a:off x="8780496" y="1998397"/>
            <a:ext cx="2799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Remove balcony, and make this room bigger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EB0D95-21D8-5D08-01C3-53946E9491FB}"/>
              </a:ext>
            </a:extLst>
          </p:cNvPr>
          <p:cNvCxnSpPr>
            <a:cxnSpLocks/>
          </p:cNvCxnSpPr>
          <p:nvPr/>
        </p:nvCxnSpPr>
        <p:spPr>
          <a:xfrm flipH="1">
            <a:off x="5495925" y="1018932"/>
            <a:ext cx="2649008" cy="3812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2BE1EA-1698-FF3B-EC7A-6D56486161BB}"/>
              </a:ext>
            </a:extLst>
          </p:cNvPr>
          <p:cNvSpPr txBox="1"/>
          <p:nvPr/>
        </p:nvSpPr>
        <p:spPr>
          <a:xfrm>
            <a:off x="8063413" y="740616"/>
            <a:ext cx="2799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Is this half wall needed?</a:t>
            </a:r>
          </a:p>
        </p:txBody>
      </p:sp>
    </p:spTree>
    <p:extLst>
      <p:ext uri="{BB962C8B-B14F-4D97-AF65-F5344CB8AC3E}">
        <p14:creationId xmlns:p14="http://schemas.microsoft.com/office/powerpoint/2010/main" val="331207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70DD1-8830-2E44-F32F-3907C0BF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976" y="0"/>
            <a:ext cx="4493907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BC7134-AF5A-AAB8-2039-C6812D0FD4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096000" y="131232"/>
            <a:ext cx="4356049" cy="672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62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B241F-4E5B-D688-61F0-B9AB1ABAD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88" y="976311"/>
            <a:ext cx="7022766" cy="534352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DC7BAEA-F410-A354-D567-6220235605F6}"/>
              </a:ext>
            </a:extLst>
          </p:cNvPr>
          <p:cNvCxnSpPr>
            <a:cxnSpLocks/>
          </p:cNvCxnSpPr>
          <p:nvPr/>
        </p:nvCxnSpPr>
        <p:spPr>
          <a:xfrm>
            <a:off x="2181225" y="1833563"/>
            <a:ext cx="2427343" cy="1434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29D260-B7F5-161D-C1CB-98CAAD461A4E}"/>
              </a:ext>
            </a:extLst>
          </p:cNvPr>
          <p:cNvSpPr txBox="1"/>
          <p:nvPr/>
        </p:nvSpPr>
        <p:spPr>
          <a:xfrm>
            <a:off x="568352" y="921591"/>
            <a:ext cx="1998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Remove sink from this island. This island will be used as dining table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F83CAF-62CA-EAC6-D66C-CD2D1F37B88C}"/>
              </a:ext>
            </a:extLst>
          </p:cNvPr>
          <p:cNvCxnSpPr>
            <a:cxnSpLocks/>
          </p:cNvCxnSpPr>
          <p:nvPr/>
        </p:nvCxnSpPr>
        <p:spPr>
          <a:xfrm flipH="1">
            <a:off x="6715125" y="1476375"/>
            <a:ext cx="2024063" cy="785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BC029F0-A441-C029-1930-79AB273FF72A}"/>
              </a:ext>
            </a:extLst>
          </p:cNvPr>
          <p:cNvSpPr txBox="1"/>
          <p:nvPr/>
        </p:nvSpPr>
        <p:spPr>
          <a:xfrm>
            <a:off x="8850339" y="673941"/>
            <a:ext cx="1998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 Move this door so the bathroom will be in the room You may have to adjust the wall.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A11192-E116-D64A-0DFB-BBB79A84B90B}"/>
              </a:ext>
            </a:extLst>
          </p:cNvPr>
          <p:cNvCxnSpPr>
            <a:cxnSpLocks/>
          </p:cNvCxnSpPr>
          <p:nvPr/>
        </p:nvCxnSpPr>
        <p:spPr>
          <a:xfrm flipH="1">
            <a:off x="6418318" y="3080156"/>
            <a:ext cx="3054295" cy="5072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A5FB03-E204-D81F-F590-694183B86FAD}"/>
              </a:ext>
            </a:extLst>
          </p:cNvPr>
          <p:cNvSpPr txBox="1"/>
          <p:nvPr/>
        </p:nvSpPr>
        <p:spPr>
          <a:xfrm>
            <a:off x="9549620" y="2563771"/>
            <a:ext cx="19986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 No shower in this bathroom. Add this new space to the shower of the other room. Alternatively move the separating wall to increase the size of the room.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46989B-7450-7C3D-94EF-81FD81785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60726"/>
            <a:ext cx="3195638" cy="199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CAC31D-6779-BD43-3CE1-B420E353B460}"/>
              </a:ext>
            </a:extLst>
          </p:cNvPr>
          <p:cNvCxnSpPr>
            <a:cxnSpLocks/>
          </p:cNvCxnSpPr>
          <p:nvPr/>
        </p:nvCxnSpPr>
        <p:spPr>
          <a:xfrm>
            <a:off x="2062163" y="3381375"/>
            <a:ext cx="1832276" cy="753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EFFDA9-8212-62C1-AC23-AD5B07E5BB5B}"/>
              </a:ext>
            </a:extLst>
          </p:cNvPr>
          <p:cNvCxnSpPr>
            <a:cxnSpLocks/>
          </p:cNvCxnSpPr>
          <p:nvPr/>
        </p:nvCxnSpPr>
        <p:spPr>
          <a:xfrm flipH="1">
            <a:off x="1762897" y="3381375"/>
            <a:ext cx="299266" cy="23487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7756721-9FB7-A475-2119-0E81A2B0F48D}"/>
              </a:ext>
            </a:extLst>
          </p:cNvPr>
          <p:cNvSpPr txBox="1"/>
          <p:nvPr/>
        </p:nvSpPr>
        <p:spPr>
          <a:xfrm>
            <a:off x="309018" y="2708719"/>
            <a:ext cx="21315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8. I want a living room like this. It should accommodate 8 people. So you may need to elongate this space. I anticipate people will be standing in this space </a:t>
            </a:r>
            <a:r>
              <a:rPr lang="en-US" sz="1400" dirty="0" err="1"/>
              <a:t>withg</a:t>
            </a:r>
            <a:r>
              <a:rPr lang="en-US" sz="1400" dirty="0"/>
              <a:t> the blue arrow, so make that space larger.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D80FD-2C22-4250-29AF-A703B479B1B5}"/>
              </a:ext>
            </a:extLst>
          </p:cNvPr>
          <p:cNvSpPr txBox="1"/>
          <p:nvPr/>
        </p:nvSpPr>
        <p:spPr>
          <a:xfrm>
            <a:off x="4395188" y="5673505"/>
            <a:ext cx="37696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9. I would like big concrete or brick columns for these corners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8D37DE-A48D-B0B4-C697-DC94E63128B7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324225" y="4318097"/>
            <a:ext cx="1070963" cy="16785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247EEE-5B81-701E-E884-8BDCBE86887A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2108526" y="5771939"/>
            <a:ext cx="2286662" cy="2247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568ED6-A9F6-0CFA-34DB-271E5492D16B}"/>
              </a:ext>
            </a:extLst>
          </p:cNvPr>
          <p:cNvCxnSpPr>
            <a:cxnSpLocks/>
          </p:cNvCxnSpPr>
          <p:nvPr/>
        </p:nvCxnSpPr>
        <p:spPr>
          <a:xfrm flipH="1">
            <a:off x="5995988" y="1476375"/>
            <a:ext cx="2743200" cy="785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5B7067F9-34EF-913E-213B-710FE1720FA8}"/>
              </a:ext>
            </a:extLst>
          </p:cNvPr>
          <p:cNvSpPr/>
          <p:nvPr/>
        </p:nvSpPr>
        <p:spPr>
          <a:xfrm>
            <a:off x="3885483" y="3268323"/>
            <a:ext cx="384501" cy="18844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34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37178F7-5853-EC59-779F-7549A0A5D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37" y="47625"/>
            <a:ext cx="5284657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6AD715-4C91-97C5-A031-8480715ABB10}"/>
              </a:ext>
            </a:extLst>
          </p:cNvPr>
          <p:cNvCxnSpPr>
            <a:cxnSpLocks/>
          </p:cNvCxnSpPr>
          <p:nvPr/>
        </p:nvCxnSpPr>
        <p:spPr>
          <a:xfrm flipH="1">
            <a:off x="6610350" y="1495425"/>
            <a:ext cx="2971800" cy="593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8446DF7-0567-D13F-2229-B94BD06D4CFE}"/>
              </a:ext>
            </a:extLst>
          </p:cNvPr>
          <p:cNvSpPr txBox="1"/>
          <p:nvPr/>
        </p:nvSpPr>
        <p:spPr>
          <a:xfrm>
            <a:off x="9540094" y="1038820"/>
            <a:ext cx="1998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12. Rotate these two structures to look like this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237261-F388-BF4E-8004-649C60D0E59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653212" y="1500485"/>
            <a:ext cx="2886882" cy="29143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BCCE37-1BEA-42E8-37A1-64F346F128A6}"/>
              </a:ext>
            </a:extLst>
          </p:cNvPr>
          <p:cNvSpPr txBox="1"/>
          <p:nvPr/>
        </p:nvSpPr>
        <p:spPr>
          <a:xfrm>
            <a:off x="9473419" y="3048892"/>
            <a:ext cx="1998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 Missing a full bathroom.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C57570-1596-0D83-F4D4-C500DCE35F0B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6343650" y="3372058"/>
            <a:ext cx="3129769" cy="1857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07467B-BD9D-FC48-6C70-D0EFA2EEF55C}"/>
              </a:ext>
            </a:extLst>
          </p:cNvPr>
          <p:cNvSpPr/>
          <p:nvPr/>
        </p:nvSpPr>
        <p:spPr>
          <a:xfrm>
            <a:off x="5202141" y="1495424"/>
            <a:ext cx="180000" cy="466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5C8CDB-C63A-32FE-988A-0DE5D2A4F68F}"/>
              </a:ext>
            </a:extLst>
          </p:cNvPr>
          <p:cNvSpPr/>
          <p:nvPr/>
        </p:nvSpPr>
        <p:spPr>
          <a:xfrm>
            <a:off x="6000462" y="1495423"/>
            <a:ext cx="180000" cy="4667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23CF2A-9B43-B10E-5368-CE487E156A1E}"/>
              </a:ext>
            </a:extLst>
          </p:cNvPr>
          <p:cNvSpPr/>
          <p:nvPr/>
        </p:nvSpPr>
        <p:spPr>
          <a:xfrm>
            <a:off x="5377664" y="1495423"/>
            <a:ext cx="72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D2293-65E0-0AD7-5FFF-2D8AE9783A4D}"/>
              </a:ext>
            </a:extLst>
          </p:cNvPr>
          <p:cNvSpPr txBox="1"/>
          <p:nvPr/>
        </p:nvSpPr>
        <p:spPr>
          <a:xfrm>
            <a:off x="1431794" y="1775014"/>
            <a:ext cx="199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11. A U-Shape bar. May be like images #66 or #67.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BF44F78-41D8-D29B-665A-676A1B25FFAC}"/>
              </a:ext>
            </a:extLst>
          </p:cNvPr>
          <p:cNvCxnSpPr>
            <a:cxnSpLocks/>
          </p:cNvCxnSpPr>
          <p:nvPr/>
        </p:nvCxnSpPr>
        <p:spPr>
          <a:xfrm flipV="1">
            <a:off x="3430430" y="1843088"/>
            <a:ext cx="1861711" cy="391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29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443C7-D299-4174-4000-C250B7122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953" y="0"/>
            <a:ext cx="515209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332B3B-0691-606E-8646-F4FFC630C1D3}"/>
              </a:ext>
            </a:extLst>
          </p:cNvPr>
          <p:cNvSpPr/>
          <p:nvPr/>
        </p:nvSpPr>
        <p:spPr>
          <a:xfrm>
            <a:off x="4672013" y="2662238"/>
            <a:ext cx="428625" cy="1009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DEE8C-0E28-8D81-C43B-15A232BC1371}"/>
              </a:ext>
            </a:extLst>
          </p:cNvPr>
          <p:cNvSpPr txBox="1"/>
          <p:nvPr/>
        </p:nvSpPr>
        <p:spPr>
          <a:xfrm>
            <a:off x="1431794" y="1775014"/>
            <a:ext cx="1998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13. Add underground parking space. I added image to website.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1A4706-F45A-7CCB-A16D-7C11026293EA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3430430" y="2234505"/>
            <a:ext cx="1241583" cy="9325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688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3E752E2-D3C7-9726-740D-2C2E1384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512" y="0"/>
            <a:ext cx="627697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4FF2F6-1B69-B1EA-F29D-1A6B9AC7FC7D}"/>
              </a:ext>
            </a:extLst>
          </p:cNvPr>
          <p:cNvSpPr txBox="1"/>
          <p:nvPr/>
        </p:nvSpPr>
        <p:spPr>
          <a:xfrm>
            <a:off x="34476" y="4869581"/>
            <a:ext cx="19986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There will be a wall here; so you need to make the core area longer, so the furniture is inside the home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C456A2F-CC67-6B8B-FEC6-979CEF2297A7}"/>
              </a:ext>
            </a:extLst>
          </p:cNvPr>
          <p:cNvCxnSpPr>
            <a:cxnSpLocks/>
          </p:cNvCxnSpPr>
          <p:nvPr/>
        </p:nvCxnSpPr>
        <p:spPr>
          <a:xfrm flipV="1">
            <a:off x="1807633" y="3047353"/>
            <a:ext cx="2064280" cy="19987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7B76A44-9228-5FFB-B45B-A93ED5ECF7DA}"/>
              </a:ext>
            </a:extLst>
          </p:cNvPr>
          <p:cNvSpPr txBox="1"/>
          <p:nvPr/>
        </p:nvSpPr>
        <p:spPr>
          <a:xfrm>
            <a:off x="9843028" y="-102742"/>
            <a:ext cx="2310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Flip the look out. The view area is from the living room. Plus we do not want people walking into the room.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8A424B-67F0-257E-8447-8F7D2A270930}"/>
              </a:ext>
            </a:extLst>
          </p:cNvPr>
          <p:cNvCxnSpPr>
            <a:cxnSpLocks/>
          </p:cNvCxnSpPr>
          <p:nvPr/>
        </p:nvCxnSpPr>
        <p:spPr>
          <a:xfrm>
            <a:off x="2483564" y="888768"/>
            <a:ext cx="1792103" cy="436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82C977-99E4-54A4-E8A1-FA2C0A2214EB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7361767" y="3280833"/>
            <a:ext cx="2640791" cy="116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B0F1D9-D7A9-E8B0-D05F-B591297C6F7C}"/>
              </a:ext>
            </a:extLst>
          </p:cNvPr>
          <p:cNvSpPr txBox="1"/>
          <p:nvPr/>
        </p:nvSpPr>
        <p:spPr>
          <a:xfrm>
            <a:off x="10002558" y="2797090"/>
            <a:ext cx="199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3.Move toiled by the sink… I want a large shower, with no curtain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A116897-438B-028A-9DEC-A837C0C0A904}"/>
              </a:ext>
            </a:extLst>
          </p:cNvPr>
          <p:cNvSpPr/>
          <p:nvPr/>
        </p:nvSpPr>
        <p:spPr>
          <a:xfrm>
            <a:off x="7179440" y="2667000"/>
            <a:ext cx="106127" cy="474133"/>
          </a:xfrm>
          <a:custGeom>
            <a:avLst/>
            <a:gdLst>
              <a:gd name="connsiteX0" fmla="*/ 80727 w 106127"/>
              <a:gd name="connsiteY0" fmla="*/ 474133 h 474133"/>
              <a:gd name="connsiteX1" fmla="*/ 293 w 106127"/>
              <a:gd name="connsiteY1" fmla="*/ 152400 h 474133"/>
              <a:gd name="connsiteX2" fmla="*/ 106127 w 106127"/>
              <a:gd name="connsiteY2" fmla="*/ 0 h 47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127" h="474133">
                <a:moveTo>
                  <a:pt x="80727" y="474133"/>
                </a:moveTo>
                <a:cubicBezTo>
                  <a:pt x="38393" y="352777"/>
                  <a:pt x="-3940" y="231422"/>
                  <a:pt x="293" y="152400"/>
                </a:cubicBezTo>
                <a:cubicBezTo>
                  <a:pt x="4526" y="73378"/>
                  <a:pt x="55326" y="36689"/>
                  <a:pt x="106127" y="0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E08D759-0AAB-1A8F-F379-EC266A0997F5}"/>
              </a:ext>
            </a:extLst>
          </p:cNvPr>
          <p:cNvCxnSpPr/>
          <p:nvPr/>
        </p:nvCxnSpPr>
        <p:spPr>
          <a:xfrm flipV="1">
            <a:off x="5135033" y="681567"/>
            <a:ext cx="690034" cy="1388533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2DEC4F-ECF4-4485-AD9A-A5CB961B1EEC}"/>
              </a:ext>
            </a:extLst>
          </p:cNvPr>
          <p:cNvCxnSpPr/>
          <p:nvPr/>
        </p:nvCxnSpPr>
        <p:spPr>
          <a:xfrm flipH="1" flipV="1">
            <a:off x="3738033" y="1375833"/>
            <a:ext cx="1337734" cy="694267"/>
          </a:xfrm>
          <a:prstGeom prst="line">
            <a:avLst/>
          </a:prstGeom>
          <a:ln>
            <a:solidFill>
              <a:srgbClr val="FFC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2FA8B3E2-07F0-F89D-DB4D-1675FE1142C4}"/>
              </a:ext>
            </a:extLst>
          </p:cNvPr>
          <p:cNvSpPr/>
          <p:nvPr/>
        </p:nvSpPr>
        <p:spPr>
          <a:xfrm>
            <a:off x="3566053" y="397932"/>
            <a:ext cx="2360614" cy="1253067"/>
          </a:xfrm>
          <a:prstGeom prst="arc">
            <a:avLst>
              <a:gd name="adj1" fmla="val 9106208"/>
              <a:gd name="adj2" fmla="val 20725937"/>
            </a:avLst>
          </a:prstGeom>
          <a:ln w="5715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8429D-00CA-3C64-0E22-7839C1EEC7BD}"/>
              </a:ext>
            </a:extLst>
          </p:cNvPr>
          <p:cNvSpPr txBox="1"/>
          <p:nvPr/>
        </p:nvSpPr>
        <p:spPr>
          <a:xfrm rot="19278221">
            <a:off x="4859019" y="1934634"/>
            <a:ext cx="690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View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73FB8A4-CF6F-0765-2FD0-A5B0A7DD0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58681">
            <a:off x="4376558" y="1233724"/>
            <a:ext cx="1032782" cy="37555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01FB979-E70D-9FF0-8A76-DEE3FE43C936}"/>
              </a:ext>
            </a:extLst>
          </p:cNvPr>
          <p:cNvSpPr txBox="1"/>
          <p:nvPr/>
        </p:nvSpPr>
        <p:spPr>
          <a:xfrm>
            <a:off x="883854" y="427103"/>
            <a:ext cx="1998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Put this type of furniture in the lookout.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435CB20-7349-9562-4EE9-B8C35ED0CCC4}"/>
              </a:ext>
            </a:extLst>
          </p:cNvPr>
          <p:cNvCxnSpPr>
            <a:cxnSpLocks/>
          </p:cNvCxnSpPr>
          <p:nvPr/>
        </p:nvCxnSpPr>
        <p:spPr>
          <a:xfrm flipH="1">
            <a:off x="7422965" y="397932"/>
            <a:ext cx="2292535" cy="9228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15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6382300-B67C-D9FF-77ED-B57E7DF77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442" y="0"/>
            <a:ext cx="8603116" cy="6858000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E9EE18A-67A8-2C8E-E408-3EFFD84F1E37}"/>
              </a:ext>
            </a:extLst>
          </p:cNvPr>
          <p:cNvCxnSpPr>
            <a:cxnSpLocks/>
          </p:cNvCxnSpPr>
          <p:nvPr/>
        </p:nvCxnSpPr>
        <p:spPr>
          <a:xfrm flipH="1">
            <a:off x="6862233" y="2489200"/>
            <a:ext cx="3009900" cy="156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38154B-C475-B978-0A20-51B38D42FA1C}"/>
              </a:ext>
            </a:extLst>
          </p:cNvPr>
          <p:cNvSpPr txBox="1"/>
          <p:nvPr/>
        </p:nvSpPr>
        <p:spPr>
          <a:xfrm>
            <a:off x="10172144" y="1594824"/>
            <a:ext cx="1998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Place the beds this way, so from the bed you can see the forest.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A45B9C-20C9-E403-4432-1CCACB4E2095}"/>
              </a:ext>
            </a:extLst>
          </p:cNvPr>
          <p:cNvSpPr/>
          <p:nvPr/>
        </p:nvSpPr>
        <p:spPr>
          <a:xfrm>
            <a:off x="4296833" y="1997585"/>
            <a:ext cx="728134" cy="576282"/>
          </a:xfrm>
          <a:custGeom>
            <a:avLst/>
            <a:gdLst>
              <a:gd name="connsiteX0" fmla="*/ 880155 w 880155"/>
              <a:gd name="connsiteY0" fmla="*/ 487382 h 546648"/>
              <a:gd name="connsiteX1" fmla="*/ 630388 w 880155"/>
              <a:gd name="connsiteY1" fmla="*/ 548 h 546648"/>
              <a:gd name="connsiteX2" fmla="*/ 71588 w 880155"/>
              <a:gd name="connsiteY2" fmla="*/ 394248 h 546648"/>
              <a:gd name="connsiteX3" fmla="*/ 25021 w 880155"/>
              <a:gd name="connsiteY3" fmla="*/ 546648 h 546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0155" h="546648">
                <a:moveTo>
                  <a:pt x="880155" y="487382"/>
                </a:moveTo>
                <a:cubicBezTo>
                  <a:pt x="822652" y="251726"/>
                  <a:pt x="765149" y="16070"/>
                  <a:pt x="630388" y="548"/>
                </a:cubicBezTo>
                <a:cubicBezTo>
                  <a:pt x="495627" y="-14974"/>
                  <a:pt x="172482" y="303231"/>
                  <a:pt x="71588" y="394248"/>
                </a:cubicBezTo>
                <a:cubicBezTo>
                  <a:pt x="-29307" y="485265"/>
                  <a:pt x="-2143" y="515956"/>
                  <a:pt x="25021" y="546648"/>
                </a:cubicBezTo>
              </a:path>
            </a:pathLst>
          </a:custGeom>
          <a:noFill/>
          <a:ln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F710C-3629-0630-F30D-BD826D9E27A5}"/>
              </a:ext>
            </a:extLst>
          </p:cNvPr>
          <p:cNvSpPr txBox="1"/>
          <p:nvPr/>
        </p:nvSpPr>
        <p:spPr>
          <a:xfrm>
            <a:off x="96811" y="1085397"/>
            <a:ext cx="19986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flip the order. Check the internal walls. I do not want curtains in the showers. Use this style in other bathrooms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F7EDFC-A7A7-957E-9CD4-A0E373DF0E6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477433" y="1403355"/>
            <a:ext cx="3340907" cy="59480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063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2CAB27-5914-FBE5-9FE2-A0ADB6CA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917" y="773391"/>
            <a:ext cx="290892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E73298-2C71-D5FD-B70F-348947BBF139}"/>
              </a:ext>
            </a:extLst>
          </p:cNvPr>
          <p:cNvSpPr txBox="1"/>
          <p:nvPr/>
        </p:nvSpPr>
        <p:spPr>
          <a:xfrm>
            <a:off x="2704544" y="2661334"/>
            <a:ext cx="1998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 Place furniture along the pool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0D8DCE-56D3-3BC6-01F0-A7BDB312E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610" y="4722771"/>
            <a:ext cx="261221" cy="3657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F7B44F-109B-AEAB-0248-4BC54D4E3F96}"/>
              </a:ext>
            </a:extLst>
          </p:cNvPr>
          <p:cNvSpPr txBox="1"/>
          <p:nvPr/>
        </p:nvSpPr>
        <p:spPr>
          <a:xfrm>
            <a:off x="2882344" y="4306762"/>
            <a:ext cx="199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 Grill here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87C96E-D0E3-CEFD-85CC-D8AAAC508ED7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102100" y="4622800"/>
            <a:ext cx="2473510" cy="28282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755291A-4455-C1AC-9B93-8BD5DB14F05F}"/>
              </a:ext>
            </a:extLst>
          </p:cNvPr>
          <p:cNvCxnSpPr>
            <a:cxnSpLocks/>
          </p:cNvCxnSpPr>
          <p:nvPr/>
        </p:nvCxnSpPr>
        <p:spPr>
          <a:xfrm>
            <a:off x="4220633" y="3028222"/>
            <a:ext cx="2531361" cy="22655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D865771-BBC2-5A21-A7C5-BC2BDD9E7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51994" y="2029857"/>
            <a:ext cx="736828" cy="6780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8A59F2-88F7-2FC7-B392-330E9945A698}"/>
              </a:ext>
            </a:extLst>
          </p:cNvPr>
          <p:cNvCxnSpPr>
            <a:cxnSpLocks/>
          </p:cNvCxnSpPr>
          <p:nvPr/>
        </p:nvCxnSpPr>
        <p:spPr>
          <a:xfrm flipV="1">
            <a:off x="4220633" y="2578100"/>
            <a:ext cx="2582334" cy="45012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E5E7529-A751-7FD5-DC2F-85618A801971}"/>
              </a:ext>
            </a:extLst>
          </p:cNvPr>
          <p:cNvSpPr txBox="1"/>
          <p:nvPr/>
        </p:nvSpPr>
        <p:spPr>
          <a:xfrm>
            <a:off x="2843622" y="1722549"/>
            <a:ext cx="1998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 Place a </a:t>
            </a:r>
            <a:r>
              <a:rPr lang="en-US" dirty="0" err="1"/>
              <a:t>hottub</a:t>
            </a:r>
            <a:r>
              <a:rPr lang="en-US" dirty="0"/>
              <a:t> here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5AC665-E0FE-C6E8-85D8-2EA040824E9C}"/>
              </a:ext>
            </a:extLst>
          </p:cNvPr>
          <p:cNvCxnSpPr>
            <a:cxnSpLocks/>
          </p:cNvCxnSpPr>
          <p:nvPr/>
        </p:nvCxnSpPr>
        <p:spPr>
          <a:xfrm flipV="1">
            <a:off x="4389967" y="1493017"/>
            <a:ext cx="2311849" cy="44009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9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1C070F58-9B83-47D6-CAAE-7935107F8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057" y="6600"/>
            <a:ext cx="4932606" cy="74104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C7240A5A-3143-3D98-4A7E-DFF8131C3A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434444" y="4423834"/>
            <a:ext cx="2117934" cy="263711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82FC66-3EF2-2B90-9969-D516C2C60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" y="0"/>
            <a:ext cx="4932606" cy="741045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DEF5417-8127-DE44-DCE1-8A561ABACAFE}"/>
              </a:ext>
            </a:extLst>
          </p:cNvPr>
          <p:cNvSpPr/>
          <p:nvPr/>
        </p:nvSpPr>
        <p:spPr>
          <a:xfrm rot="20831415">
            <a:off x="2452646" y="2204467"/>
            <a:ext cx="1276824" cy="1854712"/>
          </a:xfrm>
          <a:custGeom>
            <a:avLst/>
            <a:gdLst>
              <a:gd name="connsiteX0" fmla="*/ 521493 w 1195387"/>
              <a:gd name="connsiteY0" fmla="*/ 1612106 h 1774031"/>
              <a:gd name="connsiteX1" fmla="*/ 521493 w 1195387"/>
              <a:gd name="connsiteY1" fmla="*/ 1612106 h 1774031"/>
              <a:gd name="connsiteX2" fmla="*/ 607218 w 1195387"/>
              <a:gd name="connsiteY2" fmla="*/ 1678781 h 1774031"/>
              <a:gd name="connsiteX3" fmla="*/ 697706 w 1195387"/>
              <a:gd name="connsiteY3" fmla="*/ 1750219 h 1774031"/>
              <a:gd name="connsiteX4" fmla="*/ 709612 w 1195387"/>
              <a:gd name="connsiteY4" fmla="*/ 1774031 h 1774031"/>
              <a:gd name="connsiteX5" fmla="*/ 800100 w 1195387"/>
              <a:gd name="connsiteY5" fmla="*/ 1738313 h 1774031"/>
              <a:gd name="connsiteX6" fmla="*/ 862012 w 1195387"/>
              <a:gd name="connsiteY6" fmla="*/ 1714500 h 1774031"/>
              <a:gd name="connsiteX7" fmla="*/ 885825 w 1195387"/>
              <a:gd name="connsiteY7" fmla="*/ 1690688 h 1774031"/>
              <a:gd name="connsiteX8" fmla="*/ 983456 w 1195387"/>
              <a:gd name="connsiteY8" fmla="*/ 1666875 h 1774031"/>
              <a:gd name="connsiteX9" fmla="*/ 1033462 w 1195387"/>
              <a:gd name="connsiteY9" fmla="*/ 1602581 h 1774031"/>
              <a:gd name="connsiteX10" fmla="*/ 1050131 w 1195387"/>
              <a:gd name="connsiteY10" fmla="*/ 1590675 h 1774031"/>
              <a:gd name="connsiteX11" fmla="*/ 1059656 w 1195387"/>
              <a:gd name="connsiteY11" fmla="*/ 1554956 h 1774031"/>
              <a:gd name="connsiteX12" fmla="*/ 1073943 w 1195387"/>
              <a:gd name="connsiteY12" fmla="*/ 1519238 h 1774031"/>
              <a:gd name="connsiteX13" fmla="*/ 1085850 w 1195387"/>
              <a:gd name="connsiteY13" fmla="*/ 1478756 h 1774031"/>
              <a:gd name="connsiteX14" fmla="*/ 1076325 w 1195387"/>
              <a:gd name="connsiteY14" fmla="*/ 1366838 h 1774031"/>
              <a:gd name="connsiteX15" fmla="*/ 1050131 w 1195387"/>
              <a:gd name="connsiteY15" fmla="*/ 1312069 h 1774031"/>
              <a:gd name="connsiteX16" fmla="*/ 1019175 w 1195387"/>
              <a:gd name="connsiteY16" fmla="*/ 1252538 h 1774031"/>
              <a:gd name="connsiteX17" fmla="*/ 1007268 w 1195387"/>
              <a:gd name="connsiteY17" fmla="*/ 1226344 h 1774031"/>
              <a:gd name="connsiteX18" fmla="*/ 966787 w 1195387"/>
              <a:gd name="connsiteY18" fmla="*/ 1200150 h 1774031"/>
              <a:gd name="connsiteX19" fmla="*/ 954881 w 1195387"/>
              <a:gd name="connsiteY19" fmla="*/ 1181100 h 1774031"/>
              <a:gd name="connsiteX20" fmla="*/ 942975 w 1195387"/>
              <a:gd name="connsiteY20" fmla="*/ 1169194 h 1774031"/>
              <a:gd name="connsiteX21" fmla="*/ 928687 w 1195387"/>
              <a:gd name="connsiteY21" fmla="*/ 1143000 h 1774031"/>
              <a:gd name="connsiteX22" fmla="*/ 914400 w 1195387"/>
              <a:gd name="connsiteY22" fmla="*/ 1081088 h 1774031"/>
              <a:gd name="connsiteX23" fmla="*/ 938212 w 1195387"/>
              <a:gd name="connsiteY23" fmla="*/ 995363 h 1774031"/>
              <a:gd name="connsiteX24" fmla="*/ 952500 w 1195387"/>
              <a:gd name="connsiteY24" fmla="*/ 981075 h 1774031"/>
              <a:gd name="connsiteX25" fmla="*/ 964406 w 1195387"/>
              <a:gd name="connsiteY25" fmla="*/ 962025 h 1774031"/>
              <a:gd name="connsiteX26" fmla="*/ 1000125 w 1195387"/>
              <a:gd name="connsiteY26" fmla="*/ 890588 h 1774031"/>
              <a:gd name="connsiteX27" fmla="*/ 1012031 w 1195387"/>
              <a:gd name="connsiteY27" fmla="*/ 866775 h 1774031"/>
              <a:gd name="connsiteX28" fmla="*/ 1035843 w 1195387"/>
              <a:gd name="connsiteY28" fmla="*/ 828675 h 1774031"/>
              <a:gd name="connsiteX29" fmla="*/ 1062037 w 1195387"/>
              <a:gd name="connsiteY29" fmla="*/ 795338 h 1774031"/>
              <a:gd name="connsiteX30" fmla="*/ 1157287 w 1195387"/>
              <a:gd name="connsiteY30" fmla="*/ 647700 h 1774031"/>
              <a:gd name="connsiteX31" fmla="*/ 1169193 w 1195387"/>
              <a:gd name="connsiteY31" fmla="*/ 585788 h 1774031"/>
              <a:gd name="connsiteX32" fmla="*/ 1195387 w 1195387"/>
              <a:gd name="connsiteY32" fmla="*/ 481013 h 1774031"/>
              <a:gd name="connsiteX33" fmla="*/ 1171575 w 1195387"/>
              <a:gd name="connsiteY33" fmla="*/ 350044 h 1774031"/>
              <a:gd name="connsiteX34" fmla="*/ 1133475 w 1195387"/>
              <a:gd name="connsiteY34" fmla="*/ 311944 h 1774031"/>
              <a:gd name="connsiteX35" fmla="*/ 1119187 w 1195387"/>
              <a:gd name="connsiteY35" fmla="*/ 273844 h 1774031"/>
              <a:gd name="connsiteX36" fmla="*/ 1088231 w 1195387"/>
              <a:gd name="connsiteY36" fmla="*/ 230981 h 1774031"/>
              <a:gd name="connsiteX37" fmla="*/ 1007268 w 1195387"/>
              <a:gd name="connsiteY37" fmla="*/ 142875 h 1774031"/>
              <a:gd name="connsiteX38" fmla="*/ 969168 w 1195387"/>
              <a:gd name="connsiteY38" fmla="*/ 116681 h 1774031"/>
              <a:gd name="connsiteX39" fmla="*/ 942975 w 1195387"/>
              <a:gd name="connsiteY39" fmla="*/ 104775 h 1774031"/>
              <a:gd name="connsiteX40" fmla="*/ 819150 w 1195387"/>
              <a:gd name="connsiteY40" fmla="*/ 11906 h 1774031"/>
              <a:gd name="connsiteX41" fmla="*/ 802481 w 1195387"/>
              <a:gd name="connsiteY41" fmla="*/ 0 h 1774031"/>
              <a:gd name="connsiteX42" fmla="*/ 611981 w 1195387"/>
              <a:gd name="connsiteY42" fmla="*/ 52388 h 1774031"/>
              <a:gd name="connsiteX43" fmla="*/ 573881 w 1195387"/>
              <a:gd name="connsiteY43" fmla="*/ 90488 h 1774031"/>
              <a:gd name="connsiteX44" fmla="*/ 502443 w 1195387"/>
              <a:gd name="connsiteY44" fmla="*/ 142875 h 1774031"/>
              <a:gd name="connsiteX45" fmla="*/ 478631 w 1195387"/>
              <a:gd name="connsiteY45" fmla="*/ 169069 h 1774031"/>
              <a:gd name="connsiteX46" fmla="*/ 416718 w 1195387"/>
              <a:gd name="connsiteY46" fmla="*/ 207169 h 1774031"/>
              <a:gd name="connsiteX47" fmla="*/ 411956 w 1195387"/>
              <a:gd name="connsiteY47" fmla="*/ 242888 h 1774031"/>
              <a:gd name="connsiteX48" fmla="*/ 385762 w 1195387"/>
              <a:gd name="connsiteY48" fmla="*/ 254794 h 1774031"/>
              <a:gd name="connsiteX49" fmla="*/ 373856 w 1195387"/>
              <a:gd name="connsiteY49" fmla="*/ 304800 h 1774031"/>
              <a:gd name="connsiteX50" fmla="*/ 347662 w 1195387"/>
              <a:gd name="connsiteY50" fmla="*/ 328613 h 1774031"/>
              <a:gd name="connsiteX51" fmla="*/ 326231 w 1195387"/>
              <a:gd name="connsiteY51" fmla="*/ 364331 h 1774031"/>
              <a:gd name="connsiteX52" fmla="*/ 300037 w 1195387"/>
              <a:gd name="connsiteY52" fmla="*/ 376238 h 1774031"/>
              <a:gd name="connsiteX53" fmla="*/ 188118 w 1195387"/>
              <a:gd name="connsiteY53" fmla="*/ 433388 h 1774031"/>
              <a:gd name="connsiteX54" fmla="*/ 119062 w 1195387"/>
              <a:gd name="connsiteY54" fmla="*/ 497681 h 1774031"/>
              <a:gd name="connsiteX55" fmla="*/ 90487 w 1195387"/>
              <a:gd name="connsiteY55" fmla="*/ 509588 h 1774031"/>
              <a:gd name="connsiteX56" fmla="*/ 73818 w 1195387"/>
              <a:gd name="connsiteY56" fmla="*/ 554831 h 1774031"/>
              <a:gd name="connsiteX57" fmla="*/ 61912 w 1195387"/>
              <a:gd name="connsiteY57" fmla="*/ 604838 h 1774031"/>
              <a:gd name="connsiteX58" fmla="*/ 38100 w 1195387"/>
              <a:gd name="connsiteY58" fmla="*/ 628650 h 1774031"/>
              <a:gd name="connsiteX59" fmla="*/ 11906 w 1195387"/>
              <a:gd name="connsiteY59" fmla="*/ 671513 h 1774031"/>
              <a:gd name="connsiteX60" fmla="*/ 0 w 1195387"/>
              <a:gd name="connsiteY60" fmla="*/ 683419 h 1774031"/>
              <a:gd name="connsiteX61" fmla="*/ 40481 w 1195387"/>
              <a:gd name="connsiteY61" fmla="*/ 873919 h 1774031"/>
              <a:gd name="connsiteX62" fmla="*/ 66675 w 1195387"/>
              <a:gd name="connsiteY62" fmla="*/ 885825 h 1774031"/>
              <a:gd name="connsiteX63" fmla="*/ 107156 w 1195387"/>
              <a:gd name="connsiteY63" fmla="*/ 988219 h 1774031"/>
              <a:gd name="connsiteX64" fmla="*/ 145256 w 1195387"/>
              <a:gd name="connsiteY64" fmla="*/ 1019175 h 1774031"/>
              <a:gd name="connsiteX65" fmla="*/ 204787 w 1195387"/>
              <a:gd name="connsiteY65" fmla="*/ 1078706 h 1774031"/>
              <a:gd name="connsiteX66" fmla="*/ 235743 w 1195387"/>
              <a:gd name="connsiteY66" fmla="*/ 1097756 h 1774031"/>
              <a:gd name="connsiteX67" fmla="*/ 309562 w 1195387"/>
              <a:gd name="connsiteY67" fmla="*/ 1147763 h 1774031"/>
              <a:gd name="connsiteX68" fmla="*/ 347662 w 1195387"/>
              <a:gd name="connsiteY68" fmla="*/ 1212056 h 1774031"/>
              <a:gd name="connsiteX69" fmla="*/ 392906 w 1195387"/>
              <a:gd name="connsiteY69" fmla="*/ 1245394 h 1774031"/>
              <a:gd name="connsiteX70" fmla="*/ 411956 w 1195387"/>
              <a:gd name="connsiteY70" fmla="*/ 1276350 h 1774031"/>
              <a:gd name="connsiteX71" fmla="*/ 454818 w 1195387"/>
              <a:gd name="connsiteY71" fmla="*/ 1319213 h 1774031"/>
              <a:gd name="connsiteX72" fmla="*/ 478631 w 1195387"/>
              <a:gd name="connsiteY72" fmla="*/ 1350169 h 1774031"/>
              <a:gd name="connsiteX73" fmla="*/ 492918 w 1195387"/>
              <a:gd name="connsiteY73" fmla="*/ 1423988 h 1774031"/>
              <a:gd name="connsiteX74" fmla="*/ 504825 w 1195387"/>
              <a:gd name="connsiteY74" fmla="*/ 1447800 h 1774031"/>
              <a:gd name="connsiteX75" fmla="*/ 519112 w 1195387"/>
              <a:gd name="connsiteY75" fmla="*/ 1521619 h 1774031"/>
              <a:gd name="connsiteX76" fmla="*/ 542925 w 1195387"/>
              <a:gd name="connsiteY76" fmla="*/ 1588294 h 1774031"/>
              <a:gd name="connsiteX77" fmla="*/ 521493 w 1195387"/>
              <a:gd name="connsiteY77" fmla="*/ 1612106 h 177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195387" h="1774031">
                <a:moveTo>
                  <a:pt x="521493" y="1612106"/>
                </a:moveTo>
                <a:lnTo>
                  <a:pt x="521493" y="1612106"/>
                </a:lnTo>
                <a:cubicBezTo>
                  <a:pt x="614341" y="1658531"/>
                  <a:pt x="527035" y="1607507"/>
                  <a:pt x="607218" y="1678781"/>
                </a:cubicBezTo>
                <a:cubicBezTo>
                  <a:pt x="635941" y="1704312"/>
                  <a:pt x="697706" y="1750219"/>
                  <a:pt x="697706" y="1750219"/>
                </a:cubicBezTo>
                <a:cubicBezTo>
                  <a:pt x="701675" y="1758156"/>
                  <a:pt x="700738" y="1774031"/>
                  <a:pt x="709612" y="1774031"/>
                </a:cubicBezTo>
                <a:cubicBezTo>
                  <a:pt x="731049" y="1774031"/>
                  <a:pt x="775333" y="1750696"/>
                  <a:pt x="800100" y="1738313"/>
                </a:cubicBezTo>
                <a:cubicBezTo>
                  <a:pt x="832772" y="1705639"/>
                  <a:pt x="780139" y="1754115"/>
                  <a:pt x="862012" y="1714500"/>
                </a:cubicBezTo>
                <a:cubicBezTo>
                  <a:pt x="872117" y="1709611"/>
                  <a:pt x="874802" y="1692808"/>
                  <a:pt x="885825" y="1690688"/>
                </a:cubicBezTo>
                <a:cubicBezTo>
                  <a:pt x="960061" y="1676411"/>
                  <a:pt x="927800" y="1685427"/>
                  <a:pt x="983456" y="1666875"/>
                </a:cubicBezTo>
                <a:cubicBezTo>
                  <a:pt x="992678" y="1654195"/>
                  <a:pt x="1014653" y="1618255"/>
                  <a:pt x="1033462" y="1602581"/>
                </a:cubicBezTo>
                <a:cubicBezTo>
                  <a:pt x="1038707" y="1598210"/>
                  <a:pt x="1044575" y="1594644"/>
                  <a:pt x="1050131" y="1590675"/>
                </a:cubicBezTo>
                <a:cubicBezTo>
                  <a:pt x="1053306" y="1578769"/>
                  <a:pt x="1055759" y="1566646"/>
                  <a:pt x="1059656" y="1554956"/>
                </a:cubicBezTo>
                <a:cubicBezTo>
                  <a:pt x="1063711" y="1542791"/>
                  <a:pt x="1069774" y="1531365"/>
                  <a:pt x="1073943" y="1519238"/>
                </a:cubicBezTo>
                <a:cubicBezTo>
                  <a:pt x="1078515" y="1505936"/>
                  <a:pt x="1081881" y="1492250"/>
                  <a:pt x="1085850" y="1478756"/>
                </a:cubicBezTo>
                <a:cubicBezTo>
                  <a:pt x="1082675" y="1441450"/>
                  <a:pt x="1084170" y="1403448"/>
                  <a:pt x="1076325" y="1366838"/>
                </a:cubicBezTo>
                <a:cubicBezTo>
                  <a:pt x="1072085" y="1347050"/>
                  <a:pt x="1057748" y="1330818"/>
                  <a:pt x="1050131" y="1312069"/>
                </a:cubicBezTo>
                <a:cubicBezTo>
                  <a:pt x="1016343" y="1228900"/>
                  <a:pt x="1103599" y="1395004"/>
                  <a:pt x="1019175" y="1252538"/>
                </a:cubicBezTo>
                <a:cubicBezTo>
                  <a:pt x="1014285" y="1244287"/>
                  <a:pt x="1014050" y="1233126"/>
                  <a:pt x="1007268" y="1226344"/>
                </a:cubicBezTo>
                <a:cubicBezTo>
                  <a:pt x="995903" y="1214979"/>
                  <a:pt x="980281" y="1208881"/>
                  <a:pt x="966787" y="1200150"/>
                </a:cubicBezTo>
                <a:cubicBezTo>
                  <a:pt x="962818" y="1193800"/>
                  <a:pt x="959447" y="1187035"/>
                  <a:pt x="954881" y="1181100"/>
                </a:cubicBezTo>
                <a:cubicBezTo>
                  <a:pt x="951459" y="1176651"/>
                  <a:pt x="946155" y="1173819"/>
                  <a:pt x="942975" y="1169194"/>
                </a:cubicBezTo>
                <a:cubicBezTo>
                  <a:pt x="937340" y="1160998"/>
                  <a:pt x="933450" y="1151731"/>
                  <a:pt x="928687" y="1143000"/>
                </a:cubicBezTo>
                <a:cubicBezTo>
                  <a:pt x="923925" y="1122363"/>
                  <a:pt x="915320" y="1102248"/>
                  <a:pt x="914400" y="1081088"/>
                </a:cubicBezTo>
                <a:cubicBezTo>
                  <a:pt x="913646" y="1063751"/>
                  <a:pt x="929081" y="1012104"/>
                  <a:pt x="938212" y="995363"/>
                </a:cubicBezTo>
                <a:cubicBezTo>
                  <a:pt x="941437" y="989450"/>
                  <a:pt x="948339" y="986371"/>
                  <a:pt x="952500" y="981075"/>
                </a:cubicBezTo>
                <a:cubicBezTo>
                  <a:pt x="957126" y="975187"/>
                  <a:pt x="960870" y="968626"/>
                  <a:pt x="964406" y="962025"/>
                </a:cubicBezTo>
                <a:cubicBezTo>
                  <a:pt x="976978" y="938557"/>
                  <a:pt x="988219" y="914400"/>
                  <a:pt x="1000125" y="890588"/>
                </a:cubicBezTo>
                <a:cubicBezTo>
                  <a:pt x="1004094" y="882650"/>
                  <a:pt x="1007328" y="874301"/>
                  <a:pt x="1012031" y="866775"/>
                </a:cubicBezTo>
                <a:cubicBezTo>
                  <a:pt x="1019968" y="854075"/>
                  <a:pt x="1027255" y="840944"/>
                  <a:pt x="1035843" y="828675"/>
                </a:cubicBezTo>
                <a:cubicBezTo>
                  <a:pt x="1043947" y="817097"/>
                  <a:pt x="1053993" y="806957"/>
                  <a:pt x="1062037" y="795338"/>
                </a:cubicBezTo>
                <a:cubicBezTo>
                  <a:pt x="1136164" y="688266"/>
                  <a:pt x="1122229" y="711977"/>
                  <a:pt x="1157287" y="647700"/>
                </a:cubicBezTo>
                <a:cubicBezTo>
                  <a:pt x="1161256" y="627063"/>
                  <a:pt x="1164844" y="606348"/>
                  <a:pt x="1169193" y="585788"/>
                </a:cubicBezTo>
                <a:cubicBezTo>
                  <a:pt x="1180655" y="531602"/>
                  <a:pt x="1182125" y="528757"/>
                  <a:pt x="1195387" y="481013"/>
                </a:cubicBezTo>
                <a:cubicBezTo>
                  <a:pt x="1187450" y="437357"/>
                  <a:pt x="1186833" y="391710"/>
                  <a:pt x="1171575" y="350044"/>
                </a:cubicBezTo>
                <a:cubicBezTo>
                  <a:pt x="1165399" y="333179"/>
                  <a:pt x="1133475" y="311944"/>
                  <a:pt x="1133475" y="311944"/>
                </a:cubicBezTo>
                <a:cubicBezTo>
                  <a:pt x="1128712" y="299244"/>
                  <a:pt x="1125804" y="285684"/>
                  <a:pt x="1119187" y="273844"/>
                </a:cubicBezTo>
                <a:cubicBezTo>
                  <a:pt x="1110590" y="258459"/>
                  <a:pt x="1099093" y="244860"/>
                  <a:pt x="1088231" y="230981"/>
                </a:cubicBezTo>
                <a:cubicBezTo>
                  <a:pt x="1051076" y="183505"/>
                  <a:pt x="1046005" y="171569"/>
                  <a:pt x="1007268" y="142875"/>
                </a:cubicBezTo>
                <a:cubicBezTo>
                  <a:pt x="994884" y="133701"/>
                  <a:pt x="982427" y="124538"/>
                  <a:pt x="969168" y="116681"/>
                </a:cubicBezTo>
                <a:cubicBezTo>
                  <a:pt x="960917" y="111792"/>
                  <a:pt x="950838" y="110267"/>
                  <a:pt x="942975" y="104775"/>
                </a:cubicBezTo>
                <a:cubicBezTo>
                  <a:pt x="900676" y="75233"/>
                  <a:pt x="860509" y="42750"/>
                  <a:pt x="819150" y="11906"/>
                </a:cubicBezTo>
                <a:cubicBezTo>
                  <a:pt x="813676" y="7824"/>
                  <a:pt x="802481" y="0"/>
                  <a:pt x="802481" y="0"/>
                </a:cubicBezTo>
                <a:cubicBezTo>
                  <a:pt x="711345" y="13756"/>
                  <a:pt x="680600" y="4514"/>
                  <a:pt x="611981" y="52388"/>
                </a:cubicBezTo>
                <a:cubicBezTo>
                  <a:pt x="597251" y="62665"/>
                  <a:pt x="587728" y="79049"/>
                  <a:pt x="573881" y="90488"/>
                </a:cubicBezTo>
                <a:cubicBezTo>
                  <a:pt x="551115" y="109295"/>
                  <a:pt x="525221" y="124083"/>
                  <a:pt x="502443" y="142875"/>
                </a:cubicBezTo>
                <a:cubicBezTo>
                  <a:pt x="493341" y="150384"/>
                  <a:pt x="488071" y="161989"/>
                  <a:pt x="478631" y="169069"/>
                </a:cubicBezTo>
                <a:cubicBezTo>
                  <a:pt x="459245" y="183608"/>
                  <a:pt x="416718" y="207169"/>
                  <a:pt x="416718" y="207169"/>
                </a:cubicBezTo>
                <a:cubicBezTo>
                  <a:pt x="415131" y="219075"/>
                  <a:pt x="418502" y="232817"/>
                  <a:pt x="411956" y="242888"/>
                </a:cubicBezTo>
                <a:cubicBezTo>
                  <a:pt x="406729" y="250929"/>
                  <a:pt x="390789" y="246626"/>
                  <a:pt x="385762" y="254794"/>
                </a:cubicBezTo>
                <a:cubicBezTo>
                  <a:pt x="376782" y="269387"/>
                  <a:pt x="380007" y="288807"/>
                  <a:pt x="373856" y="304800"/>
                </a:cubicBezTo>
                <a:cubicBezTo>
                  <a:pt x="371497" y="310935"/>
                  <a:pt x="350874" y="324330"/>
                  <a:pt x="347662" y="328613"/>
                </a:cubicBezTo>
                <a:cubicBezTo>
                  <a:pt x="339331" y="339721"/>
                  <a:pt x="336049" y="354513"/>
                  <a:pt x="326231" y="364331"/>
                </a:cubicBezTo>
                <a:cubicBezTo>
                  <a:pt x="319449" y="371113"/>
                  <a:pt x="308364" y="371480"/>
                  <a:pt x="300037" y="376238"/>
                </a:cubicBezTo>
                <a:cubicBezTo>
                  <a:pt x="201234" y="432697"/>
                  <a:pt x="260053" y="410907"/>
                  <a:pt x="188118" y="433388"/>
                </a:cubicBezTo>
                <a:cubicBezTo>
                  <a:pt x="162020" y="460729"/>
                  <a:pt x="149564" y="482430"/>
                  <a:pt x="119062" y="497681"/>
                </a:cubicBezTo>
                <a:cubicBezTo>
                  <a:pt x="109833" y="502296"/>
                  <a:pt x="100012" y="505619"/>
                  <a:pt x="90487" y="509588"/>
                </a:cubicBezTo>
                <a:cubicBezTo>
                  <a:pt x="84728" y="523986"/>
                  <a:pt x="77817" y="540835"/>
                  <a:pt x="73818" y="554831"/>
                </a:cubicBezTo>
                <a:cubicBezTo>
                  <a:pt x="69111" y="571307"/>
                  <a:pt x="69375" y="589414"/>
                  <a:pt x="61912" y="604838"/>
                </a:cubicBezTo>
                <a:cubicBezTo>
                  <a:pt x="57023" y="614942"/>
                  <a:pt x="45558" y="620260"/>
                  <a:pt x="38100" y="628650"/>
                </a:cubicBezTo>
                <a:cubicBezTo>
                  <a:pt x="10949" y="659194"/>
                  <a:pt x="35790" y="635687"/>
                  <a:pt x="11906" y="671513"/>
                </a:cubicBezTo>
                <a:cubicBezTo>
                  <a:pt x="8793" y="676183"/>
                  <a:pt x="3969" y="679450"/>
                  <a:pt x="0" y="683419"/>
                </a:cubicBezTo>
                <a:cubicBezTo>
                  <a:pt x="6229" y="760661"/>
                  <a:pt x="-13026" y="820412"/>
                  <a:pt x="40481" y="873919"/>
                </a:cubicBezTo>
                <a:cubicBezTo>
                  <a:pt x="47263" y="880701"/>
                  <a:pt x="57944" y="881856"/>
                  <a:pt x="66675" y="885825"/>
                </a:cubicBezTo>
                <a:cubicBezTo>
                  <a:pt x="76701" y="920916"/>
                  <a:pt x="84049" y="958265"/>
                  <a:pt x="107156" y="988219"/>
                </a:cubicBezTo>
                <a:cubicBezTo>
                  <a:pt x="117151" y="1001175"/>
                  <a:pt x="133254" y="1008052"/>
                  <a:pt x="145256" y="1019175"/>
                </a:cubicBezTo>
                <a:cubicBezTo>
                  <a:pt x="165838" y="1038251"/>
                  <a:pt x="180887" y="1063998"/>
                  <a:pt x="204787" y="1078706"/>
                </a:cubicBezTo>
                <a:cubicBezTo>
                  <a:pt x="215106" y="1085056"/>
                  <a:pt x="225627" y="1091088"/>
                  <a:pt x="235743" y="1097756"/>
                </a:cubicBezTo>
                <a:cubicBezTo>
                  <a:pt x="260559" y="1114112"/>
                  <a:pt x="309562" y="1147763"/>
                  <a:pt x="309562" y="1147763"/>
                </a:cubicBezTo>
                <a:cubicBezTo>
                  <a:pt x="320391" y="1171586"/>
                  <a:pt x="328014" y="1192408"/>
                  <a:pt x="347662" y="1212056"/>
                </a:cubicBezTo>
                <a:cubicBezTo>
                  <a:pt x="360908" y="1225302"/>
                  <a:pt x="377825" y="1234281"/>
                  <a:pt x="392906" y="1245394"/>
                </a:cubicBezTo>
                <a:cubicBezTo>
                  <a:pt x="399256" y="1255713"/>
                  <a:pt x="404170" y="1267067"/>
                  <a:pt x="411956" y="1276350"/>
                </a:cubicBezTo>
                <a:cubicBezTo>
                  <a:pt x="424940" y="1291831"/>
                  <a:pt x="442498" y="1303198"/>
                  <a:pt x="454818" y="1319213"/>
                </a:cubicBezTo>
                <a:lnTo>
                  <a:pt x="478631" y="1350169"/>
                </a:lnTo>
                <a:cubicBezTo>
                  <a:pt x="483393" y="1374775"/>
                  <a:pt x="486423" y="1399781"/>
                  <a:pt x="492918" y="1423988"/>
                </a:cubicBezTo>
                <a:cubicBezTo>
                  <a:pt x="495218" y="1432559"/>
                  <a:pt x="502525" y="1439229"/>
                  <a:pt x="504825" y="1447800"/>
                </a:cubicBezTo>
                <a:cubicBezTo>
                  <a:pt x="511320" y="1472007"/>
                  <a:pt x="513622" y="1497165"/>
                  <a:pt x="519112" y="1521619"/>
                </a:cubicBezTo>
                <a:cubicBezTo>
                  <a:pt x="523694" y="1542031"/>
                  <a:pt x="530191" y="1569772"/>
                  <a:pt x="542925" y="1588294"/>
                </a:cubicBezTo>
                <a:cubicBezTo>
                  <a:pt x="546741" y="1593844"/>
                  <a:pt x="525065" y="1608138"/>
                  <a:pt x="521493" y="1612106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CE74AA-07B4-7F27-953F-976ABB4F8AE5}"/>
              </a:ext>
            </a:extLst>
          </p:cNvPr>
          <p:cNvSpPr/>
          <p:nvPr/>
        </p:nvSpPr>
        <p:spPr>
          <a:xfrm rot="5400000">
            <a:off x="3091058" y="4216922"/>
            <a:ext cx="720000" cy="72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15C99A-F4D4-F820-363C-8613884D205B}"/>
              </a:ext>
            </a:extLst>
          </p:cNvPr>
          <p:cNvSpPr/>
          <p:nvPr/>
        </p:nvSpPr>
        <p:spPr>
          <a:xfrm rot="5400000">
            <a:off x="10105476" y="813147"/>
            <a:ext cx="897080" cy="633424"/>
          </a:xfrm>
          <a:prstGeom prst="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81DBAD-DBBE-6042-FCAE-C6AE26DE8C81}"/>
              </a:ext>
            </a:extLst>
          </p:cNvPr>
          <p:cNvSpPr/>
          <p:nvPr/>
        </p:nvSpPr>
        <p:spPr>
          <a:xfrm rot="16200000">
            <a:off x="8923993" y="207487"/>
            <a:ext cx="838800" cy="478800"/>
          </a:xfrm>
          <a:prstGeom prst="rect">
            <a:avLst/>
          </a:prstGeom>
          <a:solidFill>
            <a:srgbClr val="15608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1744E52-944C-7DDC-3BFC-F658DEBC073A}"/>
              </a:ext>
            </a:extLst>
          </p:cNvPr>
          <p:cNvSpPr/>
          <p:nvPr/>
        </p:nvSpPr>
        <p:spPr>
          <a:xfrm rot="5400000">
            <a:off x="10030284" y="225825"/>
            <a:ext cx="177085" cy="1088074"/>
          </a:xfrm>
          <a:prstGeom prst="rect">
            <a:avLst/>
          </a:prstGeom>
          <a:solidFill>
            <a:srgbClr val="156082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62EDCE-01EB-34EC-1D6D-A23E3A71D47A}"/>
              </a:ext>
            </a:extLst>
          </p:cNvPr>
          <p:cNvSpPr/>
          <p:nvPr/>
        </p:nvSpPr>
        <p:spPr>
          <a:xfrm>
            <a:off x="1972386" y="1161628"/>
            <a:ext cx="1440000" cy="720000"/>
          </a:xfrm>
          <a:prstGeom prst="rect">
            <a:avLst/>
          </a:prstGeom>
          <a:solidFill>
            <a:srgbClr val="A6CAEC">
              <a:alpha val="50196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42065FB-4A20-1714-7D79-08682F9227FB}"/>
              </a:ext>
            </a:extLst>
          </p:cNvPr>
          <p:cNvSpPr/>
          <p:nvPr/>
        </p:nvSpPr>
        <p:spPr>
          <a:xfrm>
            <a:off x="1972386" y="801628"/>
            <a:ext cx="1082621" cy="360000"/>
          </a:xfrm>
          <a:prstGeom prst="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70B8E3-FA50-9884-08AB-5A6A749F34ED}"/>
              </a:ext>
            </a:extLst>
          </p:cNvPr>
          <p:cNvSpPr txBox="1"/>
          <p:nvPr/>
        </p:nvSpPr>
        <p:spPr>
          <a:xfrm>
            <a:off x="33339" y="6600"/>
            <a:ext cx="1443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Ground level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1BC1ACA-CCB4-A792-A68A-C536E1B4EB9F}"/>
              </a:ext>
            </a:extLst>
          </p:cNvPr>
          <p:cNvSpPr txBox="1"/>
          <p:nvPr/>
        </p:nvSpPr>
        <p:spPr>
          <a:xfrm>
            <a:off x="7184106" y="6600"/>
            <a:ext cx="2000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Underground level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02FC070-CD77-9DF8-0497-60C6EDF7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088" y="1134669"/>
            <a:ext cx="1530596" cy="746959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D7981855-66DC-26A9-3927-F9BD53AE1C8A}"/>
              </a:ext>
            </a:extLst>
          </p:cNvPr>
          <p:cNvSpPr txBox="1"/>
          <p:nvPr/>
        </p:nvSpPr>
        <p:spPr>
          <a:xfrm>
            <a:off x="5004725" y="1439671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Core area has to fit here. I think it is about 12 x 6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1BA23C1-C942-EC33-1B2A-3258C440EC51}"/>
              </a:ext>
            </a:extLst>
          </p:cNvPr>
          <p:cNvCxnSpPr>
            <a:cxnSpLocks/>
          </p:cNvCxnSpPr>
          <p:nvPr/>
        </p:nvCxnSpPr>
        <p:spPr>
          <a:xfrm flipH="1" flipV="1">
            <a:off x="3166533" y="1609163"/>
            <a:ext cx="1879920" cy="311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D491276-CDB2-906F-92DE-2D14000230EC}"/>
              </a:ext>
            </a:extLst>
          </p:cNvPr>
          <p:cNvSpPr txBox="1"/>
          <p:nvPr/>
        </p:nvSpPr>
        <p:spPr>
          <a:xfrm>
            <a:off x="5113554" y="2466697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Pool has to be turned a bit, so it is on the flat area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ED06EE8-9EB3-914E-8F30-48BAF88698B7}"/>
              </a:ext>
            </a:extLst>
          </p:cNvPr>
          <p:cNvCxnSpPr>
            <a:cxnSpLocks/>
          </p:cNvCxnSpPr>
          <p:nvPr/>
        </p:nvCxnSpPr>
        <p:spPr>
          <a:xfrm flipH="1">
            <a:off x="3457684" y="2687332"/>
            <a:ext cx="1765300" cy="902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296C974-EAB6-4B23-9D47-B319DE8ECCC7}"/>
              </a:ext>
            </a:extLst>
          </p:cNvPr>
          <p:cNvSpPr txBox="1"/>
          <p:nvPr/>
        </p:nvSpPr>
        <p:spPr>
          <a:xfrm>
            <a:off x="4928237" y="3531313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BBQ area 5x5 about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CEC107F-82A5-0715-2F05-A909746E7819}"/>
              </a:ext>
            </a:extLst>
          </p:cNvPr>
          <p:cNvCxnSpPr>
            <a:cxnSpLocks/>
          </p:cNvCxnSpPr>
          <p:nvPr/>
        </p:nvCxnSpPr>
        <p:spPr>
          <a:xfrm flipH="1">
            <a:off x="3272367" y="3751948"/>
            <a:ext cx="1765300" cy="9025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C6BBAB-FDF3-5A5C-8BBD-5E5A091898EF}"/>
              </a:ext>
            </a:extLst>
          </p:cNvPr>
          <p:cNvSpPr txBox="1"/>
          <p:nvPr/>
        </p:nvSpPr>
        <p:spPr>
          <a:xfrm>
            <a:off x="4947091" y="83693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1.Lookout some2.5 x6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16923419-F644-E375-E10A-3097658A6A20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2777067" y="222193"/>
            <a:ext cx="2170024" cy="7081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AD70081-A836-5B06-2720-8D3D76EC7CAA}"/>
              </a:ext>
            </a:extLst>
          </p:cNvPr>
          <p:cNvSpPr txBox="1"/>
          <p:nvPr/>
        </p:nvSpPr>
        <p:spPr>
          <a:xfrm>
            <a:off x="5396731" y="469695"/>
            <a:ext cx="164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One room has to be eliminated from here. Leave only a bedroom and a living room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6491334-27F8-73DA-EC59-AB0B2D6FF256}"/>
              </a:ext>
            </a:extLst>
          </p:cNvPr>
          <p:cNvCxnSpPr>
            <a:cxnSpLocks/>
          </p:cNvCxnSpPr>
          <p:nvPr/>
        </p:nvCxnSpPr>
        <p:spPr>
          <a:xfrm>
            <a:off x="7080013" y="657467"/>
            <a:ext cx="3516020" cy="10701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39273A1-21E7-F021-AB40-4ECA88C7811D}"/>
              </a:ext>
            </a:extLst>
          </p:cNvPr>
          <p:cNvSpPr txBox="1"/>
          <p:nvPr/>
        </p:nvSpPr>
        <p:spPr>
          <a:xfrm>
            <a:off x="5435442" y="4513793"/>
            <a:ext cx="164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6. We need to move bedrooms to this side (each room should be about 4m x 7m)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A114B19-D729-125E-E3E7-092138727DA3}"/>
              </a:ext>
            </a:extLst>
          </p:cNvPr>
          <p:cNvCxnSpPr>
            <a:cxnSpLocks/>
          </p:cNvCxnSpPr>
          <p:nvPr/>
        </p:nvCxnSpPr>
        <p:spPr>
          <a:xfrm>
            <a:off x="6988284" y="4652293"/>
            <a:ext cx="4234283" cy="990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467B801-6FFF-B585-8D9D-EC66A459424A}"/>
              </a:ext>
            </a:extLst>
          </p:cNvPr>
          <p:cNvCxnSpPr>
            <a:cxnSpLocks/>
          </p:cNvCxnSpPr>
          <p:nvPr/>
        </p:nvCxnSpPr>
        <p:spPr>
          <a:xfrm>
            <a:off x="6969018" y="4652293"/>
            <a:ext cx="2805749" cy="9907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8BD35E3-DE48-F5B8-BDCE-C4FD8369326D}"/>
              </a:ext>
            </a:extLst>
          </p:cNvPr>
          <p:cNvCxnSpPr>
            <a:cxnSpLocks/>
          </p:cNvCxnSpPr>
          <p:nvPr/>
        </p:nvCxnSpPr>
        <p:spPr>
          <a:xfrm>
            <a:off x="6969018" y="4652293"/>
            <a:ext cx="4160415" cy="59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0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77A54-B46A-F155-70D2-60B4CD24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29" y="1698424"/>
            <a:ext cx="8934523" cy="4202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C91C72-557C-CA95-BAF1-832A6C258B4C}"/>
              </a:ext>
            </a:extLst>
          </p:cNvPr>
          <p:cNvSpPr txBox="1"/>
          <p:nvPr/>
        </p:nvSpPr>
        <p:spPr>
          <a:xfrm>
            <a:off x="10062562" y="2216146"/>
            <a:ext cx="164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7 reduce this room.  And move bathroom to the back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F91694-8101-607D-DB48-71D2AACC84E8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8995833" y="2539312"/>
            <a:ext cx="1066729" cy="4748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7E4AEF5-8CC6-49AE-9582-C66D6957DEBE}"/>
              </a:ext>
            </a:extLst>
          </p:cNvPr>
          <p:cNvSpPr txBox="1"/>
          <p:nvPr/>
        </p:nvSpPr>
        <p:spPr>
          <a:xfrm>
            <a:off x="9842429" y="4671479"/>
            <a:ext cx="1643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8. </a:t>
            </a:r>
            <a:r>
              <a:rPr lang="en-US" sz="1200" dirty="0" err="1"/>
              <a:t>Halfbathroom</a:t>
            </a:r>
            <a:r>
              <a:rPr lang="en-US" sz="1200" dirty="0"/>
              <a:t> here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469852-3E03-B249-C439-8E6C4669BED5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8775700" y="4809979"/>
            <a:ext cx="1066729" cy="6594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16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453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Hawaii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Mora</dc:creator>
  <cp:lastModifiedBy>Camilo Mora</cp:lastModifiedBy>
  <cp:revision>13</cp:revision>
  <dcterms:created xsi:type="dcterms:W3CDTF">2026-03-15T22:52:37Z</dcterms:created>
  <dcterms:modified xsi:type="dcterms:W3CDTF">2026-03-26T03:17:34Z</dcterms:modified>
</cp:coreProperties>
</file>